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53"/>
  </p:notesMasterIdLst>
  <p:sldIdLst>
    <p:sldId id="256" r:id="rId2"/>
    <p:sldId id="265" r:id="rId3"/>
    <p:sldId id="332" r:id="rId4"/>
    <p:sldId id="313" r:id="rId5"/>
    <p:sldId id="314" r:id="rId6"/>
    <p:sldId id="325" r:id="rId7"/>
    <p:sldId id="315" r:id="rId8"/>
    <p:sldId id="316" r:id="rId9"/>
    <p:sldId id="326" r:id="rId10"/>
    <p:sldId id="327" r:id="rId11"/>
    <p:sldId id="328" r:id="rId12"/>
    <p:sldId id="317" r:id="rId13"/>
    <p:sldId id="318" r:id="rId14"/>
    <p:sldId id="329" r:id="rId15"/>
    <p:sldId id="330" r:id="rId16"/>
    <p:sldId id="331" r:id="rId17"/>
    <p:sldId id="319" r:id="rId18"/>
    <p:sldId id="320" r:id="rId19"/>
    <p:sldId id="321" r:id="rId20"/>
    <p:sldId id="333" r:id="rId21"/>
    <p:sldId id="282" r:id="rId22"/>
    <p:sldId id="283" r:id="rId23"/>
    <p:sldId id="284" r:id="rId24"/>
    <p:sldId id="285" r:id="rId25"/>
    <p:sldId id="286" r:id="rId26"/>
    <p:sldId id="287" r:id="rId27"/>
    <p:sldId id="288" r:id="rId28"/>
    <p:sldId id="289" r:id="rId29"/>
    <p:sldId id="290" r:id="rId30"/>
    <p:sldId id="291" r:id="rId31"/>
    <p:sldId id="293" r:id="rId32"/>
    <p:sldId id="294" r:id="rId33"/>
    <p:sldId id="295" r:id="rId34"/>
    <p:sldId id="296" r:id="rId35"/>
    <p:sldId id="297" r:id="rId36"/>
    <p:sldId id="298" r:id="rId37"/>
    <p:sldId id="299" r:id="rId38"/>
    <p:sldId id="300" r:id="rId39"/>
    <p:sldId id="301" r:id="rId40"/>
    <p:sldId id="302" r:id="rId41"/>
    <p:sldId id="303" r:id="rId42"/>
    <p:sldId id="304" r:id="rId43"/>
    <p:sldId id="305" r:id="rId44"/>
    <p:sldId id="306" r:id="rId45"/>
    <p:sldId id="272" r:id="rId46"/>
    <p:sldId id="307" r:id="rId47"/>
    <p:sldId id="309" r:id="rId48"/>
    <p:sldId id="308" r:id="rId49"/>
    <p:sldId id="311" r:id="rId50"/>
    <p:sldId id="310" r:id="rId51"/>
    <p:sldId id="312"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39C03D-094A-4D3F-AB97-3F16953540C3}" v="185" dt="2025-10-07T10:56:51.10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38" autoAdjust="0"/>
    <p:restoredTop sz="94660"/>
  </p:normalViewPr>
  <p:slideViewPr>
    <p:cSldViewPr snapToGrid="0">
      <p:cViewPr varScale="1">
        <p:scale>
          <a:sx n="92" d="100"/>
          <a:sy n="92" d="100"/>
        </p:scale>
        <p:origin x="26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h Malaeb" userId="469b1cc2f682dd7f" providerId="LiveId" clId="{F9E3AF0D-DA5D-44CD-9144-FF819748A1A8}"/>
    <pc:docChg chg="undo redo custSel addSld delSld modSld sldOrd modMainMaster">
      <pc:chgData name="Sarah Malaeb" userId="469b1cc2f682dd7f" providerId="LiveId" clId="{F9E3AF0D-DA5D-44CD-9144-FF819748A1A8}" dt="2025-10-07T10:56:55.732" v="3362" actId="20577"/>
      <pc:docMkLst>
        <pc:docMk/>
      </pc:docMkLst>
      <pc:sldChg chg="addSp delSp modSp mod">
        <pc:chgData name="Sarah Malaeb" userId="469b1cc2f682dd7f" providerId="LiveId" clId="{F9E3AF0D-DA5D-44CD-9144-FF819748A1A8}" dt="2025-10-07T10:56:55.732" v="3362" actId="20577"/>
        <pc:sldMkLst>
          <pc:docMk/>
          <pc:sldMk cId="1506337731" sldId="256"/>
        </pc:sldMkLst>
        <pc:spChg chg="add mod">
          <ac:chgData name="Sarah Malaeb" userId="469b1cc2f682dd7f" providerId="LiveId" clId="{F9E3AF0D-DA5D-44CD-9144-FF819748A1A8}" dt="2025-10-07T05:44:15.992" v="1418"/>
          <ac:spMkLst>
            <pc:docMk/>
            <pc:sldMk cId="1506337731" sldId="256"/>
            <ac:spMk id="2" creationId="{23D7D5DC-91C2-4115-3B9C-2C98B49F65CB}"/>
          </ac:spMkLst>
        </pc:spChg>
        <pc:spChg chg="mod">
          <ac:chgData name="Sarah Malaeb" userId="469b1cc2f682dd7f" providerId="LiveId" clId="{F9E3AF0D-DA5D-44CD-9144-FF819748A1A8}" dt="2025-09-17T02:02:18.099" v="8" actId="20577"/>
          <ac:spMkLst>
            <pc:docMk/>
            <pc:sldMk cId="1506337731" sldId="256"/>
            <ac:spMk id="3" creationId="{D3CCF902-7A3A-FF5E-11F9-CE5B6625A056}"/>
          </ac:spMkLst>
        </pc:spChg>
        <pc:spChg chg="mod">
          <ac:chgData name="Sarah Malaeb" userId="469b1cc2f682dd7f" providerId="LiveId" clId="{F9E3AF0D-DA5D-44CD-9144-FF819748A1A8}" dt="2025-10-07T10:56:55.732" v="3362" actId="20577"/>
          <ac:spMkLst>
            <pc:docMk/>
            <pc:sldMk cId="1506337731" sldId="256"/>
            <ac:spMk id="6" creationId="{3C38C1D2-BD47-18CC-DD66-EE9F2CB89EE5}"/>
          </ac:spMkLst>
        </pc:spChg>
        <pc:spChg chg="del mod">
          <ac:chgData name="Sarah Malaeb" userId="469b1cc2f682dd7f" providerId="LiveId" clId="{F9E3AF0D-DA5D-44CD-9144-FF819748A1A8}" dt="2025-10-07T05:44:05.784" v="1417" actId="478"/>
          <ac:spMkLst>
            <pc:docMk/>
            <pc:sldMk cId="1506337731" sldId="256"/>
            <ac:spMk id="8" creationId="{098A6AD5-AB42-3E29-70D5-75A2D7D8C24B}"/>
          </ac:spMkLst>
        </pc:spChg>
        <pc:picChg chg="add mod">
          <ac:chgData name="Sarah Malaeb" userId="469b1cc2f682dd7f" providerId="LiveId" clId="{F9E3AF0D-DA5D-44CD-9144-FF819748A1A8}" dt="2025-10-07T05:44:15.992" v="1418"/>
          <ac:picMkLst>
            <pc:docMk/>
            <pc:sldMk cId="1506337731" sldId="256"/>
            <ac:picMk id="4" creationId="{3DAC9192-3694-DD88-946A-506B3ED355C4}"/>
          </ac:picMkLst>
        </pc:picChg>
        <pc:picChg chg="del">
          <ac:chgData name="Sarah Malaeb" userId="469b1cc2f682dd7f" providerId="LiveId" clId="{F9E3AF0D-DA5D-44CD-9144-FF819748A1A8}" dt="2025-10-07T05:44:03.306" v="1416" actId="478"/>
          <ac:picMkLst>
            <pc:docMk/>
            <pc:sldMk cId="1506337731" sldId="256"/>
            <ac:picMk id="7" creationId="{11061234-C772-54C0-1CC0-F41251B7B2CA}"/>
          </ac:picMkLst>
        </pc:picChg>
      </pc:sldChg>
      <pc:sldChg chg="modSp mod">
        <pc:chgData name="Sarah Malaeb" userId="469b1cc2f682dd7f" providerId="LiveId" clId="{F9E3AF0D-DA5D-44CD-9144-FF819748A1A8}" dt="2025-10-07T10:56:11.116" v="3348" actId="6549"/>
        <pc:sldMkLst>
          <pc:docMk/>
          <pc:sldMk cId="4068894836" sldId="265"/>
        </pc:sldMkLst>
        <pc:spChg chg="mod">
          <ac:chgData name="Sarah Malaeb" userId="469b1cc2f682dd7f" providerId="LiveId" clId="{F9E3AF0D-DA5D-44CD-9144-FF819748A1A8}" dt="2025-10-07T10:56:11.116" v="3348" actId="6549"/>
          <ac:spMkLst>
            <pc:docMk/>
            <pc:sldMk cId="4068894836" sldId="265"/>
            <ac:spMk id="2" creationId="{85058247-58C4-898C-CA0B-CEF5CF45D2D7}"/>
          </ac:spMkLst>
        </pc:spChg>
        <pc:spChg chg="mod">
          <ac:chgData name="Sarah Malaeb" userId="469b1cc2f682dd7f" providerId="LiveId" clId="{F9E3AF0D-DA5D-44CD-9144-FF819748A1A8}" dt="2025-09-17T05:14:16.433" v="733" actId="113"/>
          <ac:spMkLst>
            <pc:docMk/>
            <pc:sldMk cId="4068894836" sldId="265"/>
            <ac:spMk id="3" creationId="{5882EDC3-0807-5225-F131-5548697913EF}"/>
          </ac:spMkLst>
        </pc:spChg>
      </pc:sldChg>
      <pc:sldChg chg="modSp del mod">
        <pc:chgData name="Sarah Malaeb" userId="469b1cc2f682dd7f" providerId="LiveId" clId="{F9E3AF0D-DA5D-44CD-9144-FF819748A1A8}" dt="2025-09-17T05:11:34.874" v="727" actId="47"/>
        <pc:sldMkLst>
          <pc:docMk/>
          <pc:sldMk cId="1853938358" sldId="266"/>
        </pc:sldMkLst>
      </pc:sldChg>
      <pc:sldChg chg="modSp del mod">
        <pc:chgData name="Sarah Malaeb" userId="469b1cc2f682dd7f" providerId="LiveId" clId="{F9E3AF0D-DA5D-44CD-9144-FF819748A1A8}" dt="2025-09-17T05:11:34.874" v="727" actId="47"/>
        <pc:sldMkLst>
          <pc:docMk/>
          <pc:sldMk cId="1853258769" sldId="267"/>
        </pc:sldMkLst>
      </pc:sldChg>
      <pc:sldChg chg="modSp del mod">
        <pc:chgData name="Sarah Malaeb" userId="469b1cc2f682dd7f" providerId="LiveId" clId="{F9E3AF0D-DA5D-44CD-9144-FF819748A1A8}" dt="2025-09-17T05:11:34.874" v="727" actId="47"/>
        <pc:sldMkLst>
          <pc:docMk/>
          <pc:sldMk cId="222829725" sldId="268"/>
        </pc:sldMkLst>
      </pc:sldChg>
      <pc:sldChg chg="modSp del mod">
        <pc:chgData name="Sarah Malaeb" userId="469b1cc2f682dd7f" providerId="LiveId" clId="{F9E3AF0D-DA5D-44CD-9144-FF819748A1A8}" dt="2025-09-17T05:11:34.874" v="727" actId="47"/>
        <pc:sldMkLst>
          <pc:docMk/>
          <pc:sldMk cId="1873865498" sldId="269"/>
        </pc:sldMkLst>
      </pc:sldChg>
      <pc:sldChg chg="del">
        <pc:chgData name="Sarah Malaeb" userId="469b1cc2f682dd7f" providerId="LiveId" clId="{F9E3AF0D-DA5D-44CD-9144-FF819748A1A8}" dt="2025-09-17T05:11:34.874" v="727" actId="47"/>
        <pc:sldMkLst>
          <pc:docMk/>
          <pc:sldMk cId="2117919407" sldId="270"/>
        </pc:sldMkLst>
      </pc:sldChg>
      <pc:sldChg chg="del">
        <pc:chgData name="Sarah Malaeb" userId="469b1cc2f682dd7f" providerId="LiveId" clId="{F9E3AF0D-DA5D-44CD-9144-FF819748A1A8}" dt="2025-09-17T05:11:34.874" v="727" actId="47"/>
        <pc:sldMkLst>
          <pc:docMk/>
          <pc:sldMk cId="1515457276" sldId="271"/>
        </pc:sldMkLst>
      </pc:sldChg>
      <pc:sldChg chg="modSp add mod">
        <pc:chgData name="Sarah Malaeb" userId="469b1cc2f682dd7f" providerId="LiveId" clId="{F9E3AF0D-DA5D-44CD-9144-FF819748A1A8}" dt="2025-10-07T10:11:41.071" v="3006"/>
        <pc:sldMkLst>
          <pc:docMk/>
          <pc:sldMk cId="3114235579" sldId="272"/>
        </pc:sldMkLst>
        <pc:spChg chg="mod">
          <ac:chgData name="Sarah Malaeb" userId="469b1cc2f682dd7f" providerId="LiveId" clId="{F9E3AF0D-DA5D-44CD-9144-FF819748A1A8}" dt="2025-10-07T10:11:33.448" v="3005" actId="20577"/>
          <ac:spMkLst>
            <pc:docMk/>
            <pc:sldMk cId="3114235579" sldId="272"/>
            <ac:spMk id="2" creationId="{D9230C62-BD9F-481A-81DD-2E83CA027F0F}"/>
          </ac:spMkLst>
        </pc:spChg>
        <pc:spChg chg="mod">
          <ac:chgData name="Sarah Malaeb" userId="469b1cc2f682dd7f" providerId="LiveId" clId="{F9E3AF0D-DA5D-44CD-9144-FF819748A1A8}" dt="2025-10-07T10:11:41.071" v="3006"/>
          <ac:spMkLst>
            <pc:docMk/>
            <pc:sldMk cId="3114235579" sldId="272"/>
            <ac:spMk id="3" creationId="{CE348AFB-F59F-47E9-B95D-2662F4379436}"/>
          </ac:spMkLst>
        </pc:spChg>
      </pc:sldChg>
      <pc:sldChg chg="del">
        <pc:chgData name="Sarah Malaeb" userId="469b1cc2f682dd7f" providerId="LiveId" clId="{F9E3AF0D-DA5D-44CD-9144-FF819748A1A8}" dt="2025-09-17T05:11:34.874" v="727" actId="47"/>
        <pc:sldMkLst>
          <pc:docMk/>
          <pc:sldMk cId="3210783832" sldId="272"/>
        </pc:sldMkLst>
      </pc:sldChg>
      <pc:sldChg chg="del">
        <pc:chgData name="Sarah Malaeb" userId="469b1cc2f682dd7f" providerId="LiveId" clId="{F9E3AF0D-DA5D-44CD-9144-FF819748A1A8}" dt="2025-09-17T05:11:34.874" v="727" actId="47"/>
        <pc:sldMkLst>
          <pc:docMk/>
          <pc:sldMk cId="2966759112" sldId="273"/>
        </pc:sldMkLst>
      </pc:sldChg>
      <pc:sldChg chg="del">
        <pc:chgData name="Sarah Malaeb" userId="469b1cc2f682dd7f" providerId="LiveId" clId="{F9E3AF0D-DA5D-44CD-9144-FF819748A1A8}" dt="2025-09-17T05:11:34.874" v="727" actId="47"/>
        <pc:sldMkLst>
          <pc:docMk/>
          <pc:sldMk cId="3143142915" sldId="275"/>
        </pc:sldMkLst>
      </pc:sldChg>
      <pc:sldChg chg="del">
        <pc:chgData name="Sarah Malaeb" userId="469b1cc2f682dd7f" providerId="LiveId" clId="{F9E3AF0D-DA5D-44CD-9144-FF819748A1A8}" dt="2025-09-17T05:11:34.874" v="727" actId="47"/>
        <pc:sldMkLst>
          <pc:docMk/>
          <pc:sldMk cId="885295228" sldId="276"/>
        </pc:sldMkLst>
      </pc:sldChg>
      <pc:sldChg chg="addSp modSp del mod">
        <pc:chgData name="Sarah Malaeb" userId="469b1cc2f682dd7f" providerId="LiveId" clId="{F9E3AF0D-DA5D-44CD-9144-FF819748A1A8}" dt="2025-09-17T05:11:34.874" v="727" actId="47"/>
        <pc:sldMkLst>
          <pc:docMk/>
          <pc:sldMk cId="2831215601" sldId="277"/>
        </pc:sldMkLst>
      </pc:sldChg>
      <pc:sldChg chg="del">
        <pc:chgData name="Sarah Malaeb" userId="469b1cc2f682dd7f" providerId="LiveId" clId="{F9E3AF0D-DA5D-44CD-9144-FF819748A1A8}" dt="2025-09-17T05:11:34.874" v="727" actId="47"/>
        <pc:sldMkLst>
          <pc:docMk/>
          <pc:sldMk cId="200942088" sldId="278"/>
        </pc:sldMkLst>
      </pc:sldChg>
      <pc:sldChg chg="modSp add mod">
        <pc:chgData name="Sarah Malaeb" userId="469b1cc2f682dd7f" providerId="LiveId" clId="{F9E3AF0D-DA5D-44CD-9144-FF819748A1A8}" dt="2025-10-07T08:37:00.525" v="2029" actId="313"/>
        <pc:sldMkLst>
          <pc:docMk/>
          <pc:sldMk cId="2683153340" sldId="282"/>
        </pc:sldMkLst>
        <pc:spChg chg="mod">
          <ac:chgData name="Sarah Malaeb" userId="469b1cc2f682dd7f" providerId="LiveId" clId="{F9E3AF0D-DA5D-44CD-9144-FF819748A1A8}" dt="2025-10-07T08:36:55.072" v="2027" actId="14100"/>
          <ac:spMkLst>
            <pc:docMk/>
            <pc:sldMk cId="2683153340" sldId="282"/>
            <ac:spMk id="3" creationId="{5DC452CA-68CF-405D-AAB8-0457EFF27963}"/>
          </ac:spMkLst>
        </pc:spChg>
        <pc:spChg chg="mod">
          <ac:chgData name="Sarah Malaeb" userId="469b1cc2f682dd7f" providerId="LiveId" clId="{F9E3AF0D-DA5D-44CD-9144-FF819748A1A8}" dt="2025-10-07T08:36:58.431" v="2028" actId="313"/>
          <ac:spMkLst>
            <pc:docMk/>
            <pc:sldMk cId="2683153340" sldId="282"/>
            <ac:spMk id="9" creationId="{38A2985F-F572-D5A7-F56D-4B0C3DC4FE28}"/>
          </ac:spMkLst>
        </pc:spChg>
        <pc:spChg chg="mod">
          <ac:chgData name="Sarah Malaeb" userId="469b1cc2f682dd7f" providerId="LiveId" clId="{F9E3AF0D-DA5D-44CD-9144-FF819748A1A8}" dt="2025-10-07T08:37:00.525" v="2029" actId="313"/>
          <ac:spMkLst>
            <pc:docMk/>
            <pc:sldMk cId="2683153340" sldId="282"/>
            <ac:spMk id="10" creationId="{047525D0-E8C2-2246-9311-DC5A2DB6D859}"/>
          </ac:spMkLst>
        </pc:spChg>
        <pc:picChg chg="mod">
          <ac:chgData name="Sarah Malaeb" userId="469b1cc2f682dd7f" providerId="LiveId" clId="{F9E3AF0D-DA5D-44CD-9144-FF819748A1A8}" dt="2025-10-07T08:36:49.730" v="2026" actId="1036"/>
          <ac:picMkLst>
            <pc:docMk/>
            <pc:sldMk cId="2683153340" sldId="282"/>
            <ac:picMk id="8" creationId="{BE92CF74-C67E-42BF-9143-1FB958FBA2D4}"/>
          </ac:picMkLst>
        </pc:picChg>
      </pc:sldChg>
      <pc:sldChg chg="modSp add mod">
        <pc:chgData name="Sarah Malaeb" userId="469b1cc2f682dd7f" providerId="LiveId" clId="{F9E3AF0D-DA5D-44CD-9144-FF819748A1A8}" dt="2025-10-07T08:37:56.224" v="2037" actId="113"/>
        <pc:sldMkLst>
          <pc:docMk/>
          <pc:sldMk cId="2325174779" sldId="283"/>
        </pc:sldMkLst>
        <pc:spChg chg="mod">
          <ac:chgData name="Sarah Malaeb" userId="469b1cc2f682dd7f" providerId="LiveId" clId="{F9E3AF0D-DA5D-44CD-9144-FF819748A1A8}" dt="2025-10-07T08:37:30.344" v="2033" actId="20577"/>
          <ac:spMkLst>
            <pc:docMk/>
            <pc:sldMk cId="2325174779" sldId="283"/>
            <ac:spMk id="2" creationId="{EF2922A9-21FC-4443-AA22-171C98242163}"/>
          </ac:spMkLst>
        </pc:spChg>
        <pc:spChg chg="mod">
          <ac:chgData name="Sarah Malaeb" userId="469b1cc2f682dd7f" providerId="LiveId" clId="{F9E3AF0D-DA5D-44CD-9144-FF819748A1A8}" dt="2025-10-07T08:37:56.224" v="2037" actId="113"/>
          <ac:spMkLst>
            <pc:docMk/>
            <pc:sldMk cId="2325174779" sldId="283"/>
            <ac:spMk id="3" creationId="{F296A3E6-49A7-4FFC-9BBB-DB70014B98A3}"/>
          </ac:spMkLst>
        </pc:spChg>
      </pc:sldChg>
      <pc:sldChg chg="addSp delSp modSp add mod">
        <pc:chgData name="Sarah Malaeb" userId="469b1cc2f682dd7f" providerId="LiveId" clId="{F9E3AF0D-DA5D-44CD-9144-FF819748A1A8}" dt="2025-10-07T08:42:51.823" v="2080" actId="1076"/>
        <pc:sldMkLst>
          <pc:docMk/>
          <pc:sldMk cId="1346754595" sldId="284"/>
        </pc:sldMkLst>
        <pc:spChg chg="mod">
          <ac:chgData name="Sarah Malaeb" userId="469b1cc2f682dd7f" providerId="LiveId" clId="{F9E3AF0D-DA5D-44CD-9144-FF819748A1A8}" dt="2025-10-07T08:38:06.963" v="2038"/>
          <ac:spMkLst>
            <pc:docMk/>
            <pc:sldMk cId="1346754595" sldId="284"/>
            <ac:spMk id="2" creationId="{EF2922A9-21FC-4443-AA22-171C98242163}"/>
          </ac:spMkLst>
        </pc:spChg>
        <pc:spChg chg="mod">
          <ac:chgData name="Sarah Malaeb" userId="469b1cc2f682dd7f" providerId="LiveId" clId="{F9E3AF0D-DA5D-44CD-9144-FF819748A1A8}" dt="2025-10-07T08:38:33.886" v="2040" actId="113"/>
          <ac:spMkLst>
            <pc:docMk/>
            <pc:sldMk cId="1346754595" sldId="284"/>
            <ac:spMk id="3" creationId="{F296A3E6-49A7-4FFC-9BBB-DB70014B98A3}"/>
          </ac:spMkLst>
        </pc:spChg>
        <pc:spChg chg="add mod">
          <ac:chgData name="Sarah Malaeb" userId="469b1cc2f682dd7f" providerId="LiveId" clId="{F9E3AF0D-DA5D-44CD-9144-FF819748A1A8}" dt="2025-10-07T08:42:51.823" v="2080" actId="1076"/>
          <ac:spMkLst>
            <pc:docMk/>
            <pc:sldMk cId="1346754595" sldId="284"/>
            <ac:spMk id="6" creationId="{C2363B66-5CD6-8C5D-E267-3E114DC20B8D}"/>
          </ac:spMkLst>
        </pc:spChg>
        <pc:spChg chg="add mod">
          <ac:chgData name="Sarah Malaeb" userId="469b1cc2f682dd7f" providerId="LiveId" clId="{F9E3AF0D-DA5D-44CD-9144-FF819748A1A8}" dt="2025-10-07T08:42:17.043" v="2057" actId="14100"/>
          <ac:spMkLst>
            <pc:docMk/>
            <pc:sldMk cId="1346754595" sldId="284"/>
            <ac:spMk id="7" creationId="{F390B912-12A2-33F1-C690-66F5F6E85B8D}"/>
          </ac:spMkLst>
        </pc:spChg>
        <pc:spChg chg="add mod">
          <ac:chgData name="Sarah Malaeb" userId="469b1cc2f682dd7f" providerId="LiveId" clId="{F9E3AF0D-DA5D-44CD-9144-FF819748A1A8}" dt="2025-10-07T08:42:44.948" v="2079" actId="1076"/>
          <ac:spMkLst>
            <pc:docMk/>
            <pc:sldMk cId="1346754595" sldId="284"/>
            <ac:spMk id="8" creationId="{5A736298-5B09-B485-1FD0-9D2C92B78934}"/>
          </ac:spMkLst>
        </pc:spChg>
        <pc:inkChg chg="add del">
          <ac:chgData name="Sarah Malaeb" userId="469b1cc2f682dd7f" providerId="LiveId" clId="{F9E3AF0D-DA5D-44CD-9144-FF819748A1A8}" dt="2025-10-07T08:40:59.009" v="2041" actId="478"/>
          <ac:inkMkLst>
            <pc:docMk/>
            <pc:sldMk cId="1346754595" sldId="284"/>
            <ac:inkMk id="4" creationId="{B136D1BF-7AF9-424B-AE58-86CF2A0ED25D}"/>
          </ac:inkMkLst>
        </pc:inkChg>
      </pc:sldChg>
      <pc:sldChg chg="modSp add mod">
        <pc:chgData name="Sarah Malaeb" userId="469b1cc2f682dd7f" providerId="LiveId" clId="{F9E3AF0D-DA5D-44CD-9144-FF819748A1A8}" dt="2025-10-07T08:44:22.700" v="2108" actId="113"/>
        <pc:sldMkLst>
          <pc:docMk/>
          <pc:sldMk cId="2545795636" sldId="285"/>
        </pc:sldMkLst>
        <pc:spChg chg="mod">
          <ac:chgData name="Sarah Malaeb" userId="469b1cc2f682dd7f" providerId="LiveId" clId="{F9E3AF0D-DA5D-44CD-9144-FF819748A1A8}" dt="2025-10-07T08:43:13.384" v="2099" actId="20577"/>
          <ac:spMkLst>
            <pc:docMk/>
            <pc:sldMk cId="2545795636" sldId="285"/>
            <ac:spMk id="2" creationId="{8705B18B-9E0D-D64D-956B-202B7F6926BD}"/>
          </ac:spMkLst>
        </pc:spChg>
        <pc:spChg chg="mod">
          <ac:chgData name="Sarah Malaeb" userId="469b1cc2f682dd7f" providerId="LiveId" clId="{F9E3AF0D-DA5D-44CD-9144-FF819748A1A8}" dt="2025-10-07T08:44:22.700" v="2108" actId="113"/>
          <ac:spMkLst>
            <pc:docMk/>
            <pc:sldMk cId="2545795636" sldId="285"/>
            <ac:spMk id="3" creationId="{3FEF731C-2B21-548F-E79B-BA03704FF36C}"/>
          </ac:spMkLst>
        </pc:spChg>
      </pc:sldChg>
      <pc:sldChg chg="addSp delSp modSp add mod">
        <pc:chgData name="Sarah Malaeb" userId="469b1cc2f682dd7f" providerId="LiveId" clId="{F9E3AF0D-DA5D-44CD-9144-FF819748A1A8}" dt="2025-10-07T08:46:33.400" v="2186" actId="113"/>
        <pc:sldMkLst>
          <pc:docMk/>
          <pc:sldMk cId="2684548754" sldId="286"/>
        </pc:sldMkLst>
        <pc:spChg chg="mod">
          <ac:chgData name="Sarah Malaeb" userId="469b1cc2f682dd7f" providerId="LiveId" clId="{F9E3AF0D-DA5D-44CD-9144-FF819748A1A8}" dt="2025-10-07T08:45:32.743" v="2130"/>
          <ac:spMkLst>
            <pc:docMk/>
            <pc:sldMk cId="2684548754" sldId="286"/>
            <ac:spMk id="2" creationId="{8705B18B-9E0D-D64D-956B-202B7F6926BD}"/>
          </ac:spMkLst>
        </pc:spChg>
        <pc:spChg chg="mod">
          <ac:chgData name="Sarah Malaeb" userId="469b1cc2f682dd7f" providerId="LiveId" clId="{F9E3AF0D-DA5D-44CD-9144-FF819748A1A8}" dt="2025-10-07T08:46:33.400" v="2186" actId="113"/>
          <ac:spMkLst>
            <pc:docMk/>
            <pc:sldMk cId="2684548754" sldId="286"/>
            <ac:spMk id="3" creationId="{3FEF731C-2B21-548F-E79B-BA03704FF36C}"/>
          </ac:spMkLst>
        </pc:spChg>
        <pc:inkChg chg="add del">
          <ac:chgData name="Sarah Malaeb" userId="469b1cc2f682dd7f" providerId="LiveId" clId="{F9E3AF0D-DA5D-44CD-9144-FF819748A1A8}" dt="2025-10-07T08:44:33.385" v="2109" actId="478"/>
          <ac:inkMkLst>
            <pc:docMk/>
            <pc:sldMk cId="2684548754" sldId="286"/>
            <ac:inkMk id="4" creationId="{632D1883-A83D-2F59-1E41-8F0EE5C3D4BA}"/>
          </ac:inkMkLst>
        </pc:inkChg>
      </pc:sldChg>
      <pc:sldChg chg="addSp delSp modSp add mod">
        <pc:chgData name="Sarah Malaeb" userId="469b1cc2f682dd7f" providerId="LiveId" clId="{F9E3AF0D-DA5D-44CD-9144-FF819748A1A8}" dt="2025-10-07T09:06:01.745" v="2241" actId="1035"/>
        <pc:sldMkLst>
          <pc:docMk/>
          <pc:sldMk cId="1942549159" sldId="287"/>
        </pc:sldMkLst>
        <pc:spChg chg="mod">
          <ac:chgData name="Sarah Malaeb" userId="469b1cc2f682dd7f" providerId="LiveId" clId="{F9E3AF0D-DA5D-44CD-9144-FF819748A1A8}" dt="2025-10-07T09:05:08.104" v="2224" actId="14100"/>
          <ac:spMkLst>
            <pc:docMk/>
            <pc:sldMk cId="1942549159" sldId="287"/>
            <ac:spMk id="2" creationId="{E958EADA-6821-4BD3-A090-C4F2770B0BF9}"/>
          </ac:spMkLst>
        </pc:spChg>
        <pc:spChg chg="add">
          <ac:chgData name="Sarah Malaeb" userId="469b1cc2f682dd7f" providerId="LiveId" clId="{F9E3AF0D-DA5D-44CD-9144-FF819748A1A8}" dt="2025-10-07T08:47:24.044" v="2188"/>
          <ac:spMkLst>
            <pc:docMk/>
            <pc:sldMk cId="1942549159" sldId="287"/>
            <ac:spMk id="11" creationId="{8E87D92D-403B-FE75-D44A-D3E54DEFC866}"/>
          </ac:spMkLst>
        </pc:spChg>
        <pc:spChg chg="add mod">
          <ac:chgData name="Sarah Malaeb" userId="469b1cc2f682dd7f" providerId="LiveId" clId="{F9E3AF0D-DA5D-44CD-9144-FF819748A1A8}" dt="2025-10-07T09:06:01.745" v="2241" actId="1035"/>
          <ac:spMkLst>
            <pc:docMk/>
            <pc:sldMk cId="1942549159" sldId="287"/>
            <ac:spMk id="13" creationId="{7E2F7994-0029-8562-49A6-DEDF99D10125}"/>
          </ac:spMkLst>
        </pc:spChg>
        <pc:picChg chg="mod">
          <ac:chgData name="Sarah Malaeb" userId="469b1cc2f682dd7f" providerId="LiveId" clId="{F9E3AF0D-DA5D-44CD-9144-FF819748A1A8}" dt="2025-10-07T09:05:28.171" v="2233" actId="1035"/>
          <ac:picMkLst>
            <pc:docMk/>
            <pc:sldMk cId="1942549159" sldId="287"/>
            <ac:picMk id="5" creationId="{3AC43860-00CC-45AA-AEB5-9E68B2A957D6}"/>
          </ac:picMkLst>
        </pc:picChg>
        <pc:inkChg chg="add del">
          <ac:chgData name="Sarah Malaeb" userId="469b1cc2f682dd7f" providerId="LiveId" clId="{F9E3AF0D-DA5D-44CD-9144-FF819748A1A8}" dt="2025-10-07T08:46:38.416" v="2187" actId="478"/>
          <ac:inkMkLst>
            <pc:docMk/>
            <pc:sldMk cId="1942549159" sldId="287"/>
            <ac:inkMk id="4" creationId="{B1D40201-E007-24F5-951B-4A1130969C75}"/>
          </ac:inkMkLst>
        </pc:inkChg>
      </pc:sldChg>
      <pc:sldChg chg="addSp delSp modSp add mod">
        <pc:chgData name="Sarah Malaeb" userId="469b1cc2f682dd7f" providerId="LiveId" clId="{F9E3AF0D-DA5D-44CD-9144-FF819748A1A8}" dt="2025-10-07T09:06:08.325" v="2242" actId="478"/>
        <pc:sldMkLst>
          <pc:docMk/>
          <pc:sldMk cId="757022271" sldId="288"/>
        </pc:sldMkLst>
        <pc:spChg chg="mod">
          <ac:chgData name="Sarah Malaeb" userId="469b1cc2f682dd7f" providerId="LiveId" clId="{F9E3AF0D-DA5D-44CD-9144-FF819748A1A8}" dt="2025-10-07T09:05:14.971" v="2226" actId="14100"/>
          <ac:spMkLst>
            <pc:docMk/>
            <pc:sldMk cId="757022271" sldId="288"/>
            <ac:spMk id="2" creationId="{885A6FAB-F863-B146-C1B8-AD55820FFADF}"/>
          </ac:spMkLst>
        </pc:spChg>
        <pc:inkChg chg="add del">
          <ac:chgData name="Sarah Malaeb" userId="469b1cc2f682dd7f" providerId="LiveId" clId="{F9E3AF0D-DA5D-44CD-9144-FF819748A1A8}" dt="2025-10-07T09:06:08.325" v="2242" actId="478"/>
          <ac:inkMkLst>
            <pc:docMk/>
            <pc:sldMk cId="757022271" sldId="288"/>
            <ac:inkMk id="3" creationId="{E794CD67-E1C2-C504-309B-047F3A235290}"/>
          </ac:inkMkLst>
        </pc:inkChg>
      </pc:sldChg>
      <pc:sldChg chg="addSp delSp modSp add mod">
        <pc:chgData name="Sarah Malaeb" userId="469b1cc2f682dd7f" providerId="LiveId" clId="{F9E3AF0D-DA5D-44CD-9144-FF819748A1A8}" dt="2025-10-07T09:27:20.116" v="2343" actId="208"/>
        <pc:sldMkLst>
          <pc:docMk/>
          <pc:sldMk cId="1779475363" sldId="289"/>
        </pc:sldMkLst>
        <pc:spChg chg="mod">
          <ac:chgData name="Sarah Malaeb" userId="469b1cc2f682dd7f" providerId="LiveId" clId="{F9E3AF0D-DA5D-44CD-9144-FF819748A1A8}" dt="2025-10-07T09:07:07.542" v="2246" actId="20577"/>
          <ac:spMkLst>
            <pc:docMk/>
            <pc:sldMk cId="1779475363" sldId="289"/>
            <ac:spMk id="2" creationId="{5D1CF535-46E9-1FC9-A99D-55F9FEE40DCB}"/>
          </ac:spMkLst>
        </pc:spChg>
        <pc:spChg chg="mod">
          <ac:chgData name="Sarah Malaeb" userId="469b1cc2f682dd7f" providerId="LiveId" clId="{F9E3AF0D-DA5D-44CD-9144-FF819748A1A8}" dt="2025-10-07T09:26:24.304" v="2328" actId="14100"/>
          <ac:spMkLst>
            <pc:docMk/>
            <pc:sldMk cId="1779475363" sldId="289"/>
            <ac:spMk id="3" creationId="{67FAD1F8-910C-0D59-D602-893AB9DFB998}"/>
          </ac:spMkLst>
        </pc:spChg>
        <pc:spChg chg="add mod">
          <ac:chgData name="Sarah Malaeb" userId="469b1cc2f682dd7f" providerId="LiveId" clId="{F9E3AF0D-DA5D-44CD-9144-FF819748A1A8}" dt="2025-10-07T09:25:33.531" v="2316" actId="1076"/>
          <ac:spMkLst>
            <pc:docMk/>
            <pc:sldMk cId="1779475363" sldId="289"/>
            <ac:spMk id="6" creationId="{A5A05A4A-C692-E3F9-90E2-21FF64C1F132}"/>
          </ac:spMkLst>
        </pc:spChg>
        <pc:spChg chg="add mod">
          <ac:chgData name="Sarah Malaeb" userId="469b1cc2f682dd7f" providerId="LiveId" clId="{F9E3AF0D-DA5D-44CD-9144-FF819748A1A8}" dt="2025-10-07T09:26:53.432" v="2337" actId="1076"/>
          <ac:spMkLst>
            <pc:docMk/>
            <pc:sldMk cId="1779475363" sldId="289"/>
            <ac:spMk id="8" creationId="{D96D821F-295A-046B-067F-5AA3E72BE205}"/>
          </ac:spMkLst>
        </pc:spChg>
        <pc:spChg chg="add mod">
          <ac:chgData name="Sarah Malaeb" userId="469b1cc2f682dd7f" providerId="LiveId" clId="{F9E3AF0D-DA5D-44CD-9144-FF819748A1A8}" dt="2025-10-07T09:27:20.116" v="2343" actId="208"/>
          <ac:spMkLst>
            <pc:docMk/>
            <pc:sldMk cId="1779475363" sldId="289"/>
            <ac:spMk id="10" creationId="{1B54BB38-1ED5-D6AA-45A8-98EC3E5D6016}"/>
          </ac:spMkLst>
        </pc:spChg>
        <pc:inkChg chg="add del">
          <ac:chgData name="Sarah Malaeb" userId="469b1cc2f682dd7f" providerId="LiveId" clId="{F9E3AF0D-DA5D-44CD-9144-FF819748A1A8}" dt="2025-10-07T09:06:17.699" v="2243" actId="478"/>
          <ac:inkMkLst>
            <pc:docMk/>
            <pc:sldMk cId="1779475363" sldId="289"/>
            <ac:inkMk id="4" creationId="{3702B3C3-C1A6-4A15-E912-7B1AFC904F20}"/>
          </ac:inkMkLst>
        </pc:inkChg>
      </pc:sldChg>
      <pc:sldChg chg="addSp delSp modSp add mod">
        <pc:chgData name="Sarah Malaeb" userId="469b1cc2f682dd7f" providerId="LiveId" clId="{F9E3AF0D-DA5D-44CD-9144-FF819748A1A8}" dt="2025-10-07T09:34:56.760" v="2421" actId="14100"/>
        <pc:sldMkLst>
          <pc:docMk/>
          <pc:sldMk cId="3396975216" sldId="290"/>
        </pc:sldMkLst>
        <pc:spChg chg="mod">
          <ac:chgData name="Sarah Malaeb" userId="469b1cc2f682dd7f" providerId="LiveId" clId="{F9E3AF0D-DA5D-44CD-9144-FF819748A1A8}" dt="2025-10-07T09:34:56.760" v="2421" actId="14100"/>
          <ac:spMkLst>
            <pc:docMk/>
            <pc:sldMk cId="3396975216" sldId="290"/>
            <ac:spMk id="2" creationId="{3FF8DE79-A0B2-4CED-0B53-0EA51C5E46D8}"/>
          </ac:spMkLst>
        </pc:spChg>
        <pc:spChg chg="mod">
          <ac:chgData name="Sarah Malaeb" userId="469b1cc2f682dd7f" providerId="LiveId" clId="{F9E3AF0D-DA5D-44CD-9144-FF819748A1A8}" dt="2025-10-07T09:28:29.526" v="2357" actId="113"/>
          <ac:spMkLst>
            <pc:docMk/>
            <pc:sldMk cId="3396975216" sldId="290"/>
            <ac:spMk id="4" creationId="{35E740B1-6C2F-6CF9-CDB5-CFBF6B7AF1A4}"/>
          </ac:spMkLst>
        </pc:spChg>
        <pc:spChg chg="add mod">
          <ac:chgData name="Sarah Malaeb" userId="469b1cc2f682dd7f" providerId="LiveId" clId="{F9E3AF0D-DA5D-44CD-9144-FF819748A1A8}" dt="2025-10-07T09:29:29.784" v="2373" actId="20577"/>
          <ac:spMkLst>
            <pc:docMk/>
            <pc:sldMk cId="3396975216" sldId="290"/>
            <ac:spMk id="17" creationId="{E070C33A-2A78-4614-0314-C2DEED4BD1B3}"/>
          </ac:spMkLst>
        </pc:spChg>
        <pc:spChg chg="add mod">
          <ac:chgData name="Sarah Malaeb" userId="469b1cc2f682dd7f" providerId="LiveId" clId="{F9E3AF0D-DA5D-44CD-9144-FF819748A1A8}" dt="2025-09-17T11:04:00.918" v="893" actId="164"/>
          <ac:spMkLst>
            <pc:docMk/>
            <pc:sldMk cId="3396975216" sldId="290"/>
            <ac:spMk id="20" creationId="{9622293F-B53E-1357-9022-B8849C5AA2A9}"/>
          </ac:spMkLst>
        </pc:spChg>
        <pc:grpChg chg="add mod">
          <ac:chgData name="Sarah Malaeb" userId="469b1cc2f682dd7f" providerId="LiveId" clId="{F9E3AF0D-DA5D-44CD-9144-FF819748A1A8}" dt="2025-09-17T11:04:00.918" v="893" actId="164"/>
          <ac:grpSpMkLst>
            <pc:docMk/>
            <pc:sldMk cId="3396975216" sldId="290"/>
            <ac:grpSpMk id="21" creationId="{11F55BF8-71B3-01D2-2B89-B65ABBF23C83}"/>
          </ac:grpSpMkLst>
        </pc:grpChg>
        <pc:picChg chg="mod">
          <ac:chgData name="Sarah Malaeb" userId="469b1cc2f682dd7f" providerId="LiveId" clId="{F9E3AF0D-DA5D-44CD-9144-FF819748A1A8}" dt="2025-09-17T10:51:24.532" v="850" actId="14100"/>
          <ac:picMkLst>
            <pc:docMk/>
            <pc:sldMk cId="3396975216" sldId="290"/>
            <ac:picMk id="8" creationId="{42482ED2-D178-B5A7-E961-49BA51F89E2C}"/>
          </ac:picMkLst>
        </pc:picChg>
        <pc:picChg chg="add mod modCrop">
          <ac:chgData name="Sarah Malaeb" userId="469b1cc2f682dd7f" providerId="LiveId" clId="{F9E3AF0D-DA5D-44CD-9144-FF819748A1A8}" dt="2025-09-17T11:04:00.918" v="893" actId="164"/>
          <ac:picMkLst>
            <pc:docMk/>
            <pc:sldMk cId="3396975216" sldId="290"/>
            <ac:picMk id="11" creationId="{128B198B-3C27-8708-EDA3-429C508DC23F}"/>
          </ac:picMkLst>
        </pc:picChg>
        <pc:picChg chg="add mod ord">
          <ac:chgData name="Sarah Malaeb" userId="469b1cc2f682dd7f" providerId="LiveId" clId="{F9E3AF0D-DA5D-44CD-9144-FF819748A1A8}" dt="2025-09-17T13:24:33.039" v="1414" actId="1076"/>
          <ac:picMkLst>
            <pc:docMk/>
            <pc:sldMk cId="3396975216" sldId="290"/>
            <ac:picMk id="15" creationId="{97E1AEE7-B589-5ADA-37F9-6F63F16BDEE5}"/>
          </ac:picMkLst>
        </pc:picChg>
        <pc:picChg chg="add mod">
          <ac:chgData name="Sarah Malaeb" userId="469b1cc2f682dd7f" providerId="LiveId" clId="{F9E3AF0D-DA5D-44CD-9144-FF819748A1A8}" dt="2025-10-07T09:29:35.136" v="2374" actId="1076"/>
          <ac:picMkLst>
            <pc:docMk/>
            <pc:sldMk cId="3396975216" sldId="290"/>
            <ac:picMk id="19" creationId="{64AD8EC6-A668-1BAD-C046-0FBCFF643D0E}"/>
          </ac:picMkLst>
        </pc:picChg>
        <pc:picChg chg="mod">
          <ac:chgData name="Sarah Malaeb" userId="469b1cc2f682dd7f" providerId="LiveId" clId="{F9E3AF0D-DA5D-44CD-9144-FF819748A1A8}" dt="2025-09-17T11:04:00.918" v="893" actId="164"/>
          <ac:picMkLst>
            <pc:docMk/>
            <pc:sldMk cId="3396975216" sldId="290"/>
            <ac:picMk id="2050" creationId="{78572B6C-D9B2-58C7-A4B5-39C38BF2B793}"/>
          </ac:picMkLst>
        </pc:picChg>
        <pc:inkChg chg="add del mod">
          <ac:chgData name="Sarah Malaeb" userId="469b1cc2f682dd7f" providerId="LiveId" clId="{F9E3AF0D-DA5D-44CD-9144-FF819748A1A8}" dt="2025-10-07T09:27:57.150" v="2346" actId="478"/>
          <ac:inkMkLst>
            <pc:docMk/>
            <pc:sldMk cId="3396975216" sldId="290"/>
            <ac:inkMk id="3" creationId="{3E97F845-4A1A-CCFE-552C-2ED49B217FBE}"/>
          </ac:inkMkLst>
        </pc:inkChg>
      </pc:sldChg>
      <pc:sldChg chg="addSp delSp modSp add mod">
        <pc:chgData name="Sarah Malaeb" userId="469b1cc2f682dd7f" providerId="LiveId" clId="{F9E3AF0D-DA5D-44CD-9144-FF819748A1A8}" dt="2025-10-07T09:35:01.852" v="2423" actId="14100"/>
        <pc:sldMkLst>
          <pc:docMk/>
          <pc:sldMk cId="912461309" sldId="291"/>
        </pc:sldMkLst>
        <pc:spChg chg="mod">
          <ac:chgData name="Sarah Malaeb" userId="469b1cc2f682dd7f" providerId="LiveId" clId="{F9E3AF0D-DA5D-44CD-9144-FF819748A1A8}" dt="2025-10-07T09:35:01.852" v="2423" actId="14100"/>
          <ac:spMkLst>
            <pc:docMk/>
            <pc:sldMk cId="912461309" sldId="291"/>
            <ac:spMk id="2" creationId="{F679F243-5C01-4A0E-B033-2D6AC813C751}"/>
          </ac:spMkLst>
        </pc:spChg>
        <pc:spChg chg="mod">
          <ac:chgData name="Sarah Malaeb" userId="469b1cc2f682dd7f" providerId="LiveId" clId="{F9E3AF0D-DA5D-44CD-9144-FF819748A1A8}" dt="2025-10-07T09:31:53.705" v="2418"/>
          <ac:spMkLst>
            <pc:docMk/>
            <pc:sldMk cId="912461309" sldId="291"/>
            <ac:spMk id="3" creationId="{AB13C19C-F468-4B2C-AE7B-5A1E2888AA59}"/>
          </ac:spMkLst>
        </pc:spChg>
        <pc:inkChg chg="add del">
          <ac:chgData name="Sarah Malaeb" userId="469b1cc2f682dd7f" providerId="LiveId" clId="{F9E3AF0D-DA5D-44CD-9144-FF819748A1A8}" dt="2025-10-07T09:29:44.254" v="2375" actId="478"/>
          <ac:inkMkLst>
            <pc:docMk/>
            <pc:sldMk cId="912461309" sldId="291"/>
            <ac:inkMk id="4" creationId="{48236D43-D843-4B89-B5FD-E0AA486E49BC}"/>
          </ac:inkMkLst>
        </pc:inkChg>
      </pc:sldChg>
      <pc:sldChg chg="delSp add del mod modShow">
        <pc:chgData name="Sarah Malaeb" userId="469b1cc2f682dd7f" providerId="LiveId" clId="{F9E3AF0D-DA5D-44CD-9144-FF819748A1A8}" dt="2025-10-07T09:34:44.715" v="2419" actId="47"/>
        <pc:sldMkLst>
          <pc:docMk/>
          <pc:sldMk cId="1685629666" sldId="292"/>
        </pc:sldMkLst>
      </pc:sldChg>
      <pc:sldChg chg="addSp delSp modSp add mod">
        <pc:chgData name="Sarah Malaeb" userId="469b1cc2f682dd7f" providerId="LiveId" clId="{F9E3AF0D-DA5D-44CD-9144-FF819748A1A8}" dt="2025-10-07T09:37:59.374" v="2482" actId="478"/>
        <pc:sldMkLst>
          <pc:docMk/>
          <pc:sldMk cId="1338594232" sldId="293"/>
        </pc:sldMkLst>
        <pc:spChg chg="mod">
          <ac:chgData name="Sarah Malaeb" userId="469b1cc2f682dd7f" providerId="LiveId" clId="{F9E3AF0D-DA5D-44CD-9144-FF819748A1A8}" dt="2025-10-07T09:35:28.869" v="2481" actId="14100"/>
          <ac:spMkLst>
            <pc:docMk/>
            <pc:sldMk cId="1338594232" sldId="293"/>
            <ac:spMk id="2" creationId="{6A0A6288-21A3-4B2A-923B-DB0951D55FB1}"/>
          </ac:spMkLst>
        </pc:spChg>
        <pc:inkChg chg="add del">
          <ac:chgData name="Sarah Malaeb" userId="469b1cc2f682dd7f" providerId="LiveId" clId="{F9E3AF0D-DA5D-44CD-9144-FF819748A1A8}" dt="2025-10-07T09:37:59.374" v="2482" actId="478"/>
          <ac:inkMkLst>
            <pc:docMk/>
            <pc:sldMk cId="1338594232" sldId="293"/>
            <ac:inkMk id="3" creationId="{5C39EE62-5977-7790-AD60-96FB3ECCA85E}"/>
          </ac:inkMkLst>
        </pc:inkChg>
      </pc:sldChg>
      <pc:sldChg chg="addSp modSp del mod">
        <pc:chgData name="Sarah Malaeb" userId="469b1cc2f682dd7f" providerId="LiveId" clId="{F9E3AF0D-DA5D-44CD-9144-FF819748A1A8}" dt="2025-09-17T05:11:34.874" v="727" actId="47"/>
        <pc:sldMkLst>
          <pc:docMk/>
          <pc:sldMk cId="2113018003" sldId="293"/>
        </pc:sldMkLst>
      </pc:sldChg>
      <pc:sldChg chg="addSp delSp modSp add mod">
        <pc:chgData name="Sarah Malaeb" userId="469b1cc2f682dd7f" providerId="LiveId" clId="{F9E3AF0D-DA5D-44CD-9144-FF819748A1A8}" dt="2025-10-07T09:52:33.240" v="2519" actId="14100"/>
        <pc:sldMkLst>
          <pc:docMk/>
          <pc:sldMk cId="3222038215" sldId="294"/>
        </pc:sldMkLst>
        <pc:spChg chg="mod">
          <ac:chgData name="Sarah Malaeb" userId="469b1cc2f682dd7f" providerId="LiveId" clId="{F9E3AF0D-DA5D-44CD-9144-FF819748A1A8}" dt="2025-10-07T09:38:33.902" v="2512" actId="6549"/>
          <ac:spMkLst>
            <pc:docMk/>
            <pc:sldMk cId="3222038215" sldId="294"/>
            <ac:spMk id="2" creationId="{EDA039F9-8A8B-4EA3-9D20-77C7AF6DA26F}"/>
          </ac:spMkLst>
        </pc:spChg>
        <pc:spChg chg="mod">
          <ac:chgData name="Sarah Malaeb" userId="469b1cc2f682dd7f" providerId="LiveId" clId="{F9E3AF0D-DA5D-44CD-9144-FF819748A1A8}" dt="2025-10-07T09:52:33.240" v="2519" actId="14100"/>
          <ac:spMkLst>
            <pc:docMk/>
            <pc:sldMk cId="3222038215" sldId="294"/>
            <ac:spMk id="3" creationId="{9899AD62-0485-4D82-BBE3-68464D6949CF}"/>
          </ac:spMkLst>
        </pc:spChg>
        <pc:inkChg chg="add del">
          <ac:chgData name="Sarah Malaeb" userId="469b1cc2f682dd7f" providerId="LiveId" clId="{F9E3AF0D-DA5D-44CD-9144-FF819748A1A8}" dt="2025-10-07T09:51:41.402" v="2514" actId="478"/>
          <ac:inkMkLst>
            <pc:docMk/>
            <pc:sldMk cId="3222038215" sldId="294"/>
            <ac:inkMk id="4" creationId="{0B212C31-A635-D7E9-5217-9453D271CF1A}"/>
          </ac:inkMkLst>
        </pc:inkChg>
        <pc:cxnChg chg="del">
          <ac:chgData name="Sarah Malaeb" userId="469b1cc2f682dd7f" providerId="LiveId" clId="{F9E3AF0D-DA5D-44CD-9144-FF819748A1A8}" dt="2025-10-07T09:51:40.498" v="2513" actId="478"/>
          <ac:cxnSpMkLst>
            <pc:docMk/>
            <pc:sldMk cId="3222038215" sldId="294"/>
            <ac:cxnSpMk id="9" creationId="{46913F2A-1DD8-439A-9515-19201111CAD4}"/>
          </ac:cxnSpMkLst>
        </pc:cxnChg>
      </pc:sldChg>
      <pc:sldChg chg="del">
        <pc:chgData name="Sarah Malaeb" userId="469b1cc2f682dd7f" providerId="LiveId" clId="{F9E3AF0D-DA5D-44CD-9144-FF819748A1A8}" dt="2025-09-17T05:11:34.874" v="727" actId="47"/>
        <pc:sldMkLst>
          <pc:docMk/>
          <pc:sldMk cId="3316490739" sldId="295"/>
        </pc:sldMkLst>
      </pc:sldChg>
      <pc:sldChg chg="addSp delSp modSp add mod">
        <pc:chgData name="Sarah Malaeb" userId="469b1cc2f682dd7f" providerId="LiveId" clId="{F9E3AF0D-DA5D-44CD-9144-FF819748A1A8}" dt="2025-10-07T09:53:14.650" v="2529"/>
        <pc:sldMkLst>
          <pc:docMk/>
          <pc:sldMk cId="3723469708" sldId="295"/>
        </pc:sldMkLst>
        <pc:spChg chg="mod">
          <ac:chgData name="Sarah Malaeb" userId="469b1cc2f682dd7f" providerId="LiveId" clId="{F9E3AF0D-DA5D-44CD-9144-FF819748A1A8}" dt="2025-10-07T09:53:14.650" v="2529"/>
          <ac:spMkLst>
            <pc:docMk/>
            <pc:sldMk cId="3723469708" sldId="295"/>
            <ac:spMk id="2" creationId="{242C7203-DE97-4C0F-A09A-65E18D997086}"/>
          </ac:spMkLst>
        </pc:spChg>
        <pc:spChg chg="mod">
          <ac:chgData name="Sarah Malaeb" userId="469b1cc2f682dd7f" providerId="LiveId" clId="{F9E3AF0D-DA5D-44CD-9144-FF819748A1A8}" dt="2025-10-07T09:53:09.577" v="2523" actId="20577"/>
          <ac:spMkLst>
            <pc:docMk/>
            <pc:sldMk cId="3723469708" sldId="295"/>
            <ac:spMk id="3" creationId="{DCEE1DD8-827D-4622-9033-2E610B447140}"/>
          </ac:spMkLst>
        </pc:spChg>
        <pc:inkChg chg="add del">
          <ac:chgData name="Sarah Malaeb" userId="469b1cc2f682dd7f" providerId="LiveId" clId="{F9E3AF0D-DA5D-44CD-9144-FF819748A1A8}" dt="2025-10-07T09:52:39.704" v="2520" actId="478"/>
          <ac:inkMkLst>
            <pc:docMk/>
            <pc:sldMk cId="3723469708" sldId="295"/>
            <ac:inkMk id="4" creationId="{8B788FAC-A739-5AEA-006C-AF4F670B6D02}"/>
          </ac:inkMkLst>
        </pc:inkChg>
      </pc:sldChg>
      <pc:sldChg chg="addSp delSp modSp add mod">
        <pc:chgData name="Sarah Malaeb" userId="469b1cc2f682dd7f" providerId="LiveId" clId="{F9E3AF0D-DA5D-44CD-9144-FF819748A1A8}" dt="2025-10-07T09:55:29.661" v="2569" actId="478"/>
        <pc:sldMkLst>
          <pc:docMk/>
          <pc:sldMk cId="1971628416" sldId="296"/>
        </pc:sldMkLst>
        <pc:spChg chg="mod">
          <ac:chgData name="Sarah Malaeb" userId="469b1cc2f682dd7f" providerId="LiveId" clId="{F9E3AF0D-DA5D-44CD-9144-FF819748A1A8}" dt="2025-10-07T09:54:29.369" v="2535"/>
          <ac:spMkLst>
            <pc:docMk/>
            <pc:sldMk cId="1971628416" sldId="296"/>
            <ac:spMk id="2" creationId="{5F067281-0922-4470-909F-ED0B4542237A}"/>
          </ac:spMkLst>
        </pc:spChg>
        <pc:spChg chg="mod">
          <ac:chgData name="Sarah Malaeb" userId="469b1cc2f682dd7f" providerId="LiveId" clId="{F9E3AF0D-DA5D-44CD-9144-FF819748A1A8}" dt="2025-10-07T09:54:24.181" v="2534" actId="20577"/>
          <ac:spMkLst>
            <pc:docMk/>
            <pc:sldMk cId="1971628416" sldId="296"/>
            <ac:spMk id="3" creationId="{84C11D71-60C6-4037-9F1A-F3A9F8F37EC8}"/>
          </ac:spMkLst>
        </pc:spChg>
        <pc:inkChg chg="add del">
          <ac:chgData name="Sarah Malaeb" userId="469b1cc2f682dd7f" providerId="LiveId" clId="{F9E3AF0D-DA5D-44CD-9144-FF819748A1A8}" dt="2025-10-07T09:55:29.661" v="2569" actId="478"/>
          <ac:inkMkLst>
            <pc:docMk/>
            <pc:sldMk cId="1971628416" sldId="296"/>
            <ac:inkMk id="4" creationId="{8025A6FF-5FA2-6175-082D-64ADD04681C2}"/>
          </ac:inkMkLst>
        </pc:inkChg>
      </pc:sldChg>
      <pc:sldChg chg="modSp del mod">
        <pc:chgData name="Sarah Malaeb" userId="469b1cc2f682dd7f" providerId="LiveId" clId="{F9E3AF0D-DA5D-44CD-9144-FF819748A1A8}" dt="2025-09-17T05:11:34.874" v="727" actId="47"/>
        <pc:sldMkLst>
          <pc:docMk/>
          <pc:sldMk cId="3462804909" sldId="296"/>
        </pc:sldMkLst>
      </pc:sldChg>
      <pc:sldChg chg="del">
        <pc:chgData name="Sarah Malaeb" userId="469b1cc2f682dd7f" providerId="LiveId" clId="{F9E3AF0D-DA5D-44CD-9144-FF819748A1A8}" dt="2025-09-17T05:11:34.874" v="727" actId="47"/>
        <pc:sldMkLst>
          <pc:docMk/>
          <pc:sldMk cId="2054677418" sldId="297"/>
        </pc:sldMkLst>
      </pc:sldChg>
      <pc:sldChg chg="addSp delSp modSp add mod">
        <pc:chgData name="Sarah Malaeb" userId="469b1cc2f682dd7f" providerId="LiveId" clId="{F9E3AF0D-DA5D-44CD-9144-FF819748A1A8}" dt="2025-10-07T09:56:47.201" v="2640" actId="20577"/>
        <pc:sldMkLst>
          <pc:docMk/>
          <pc:sldMk cId="2717089903" sldId="297"/>
        </pc:sldMkLst>
        <pc:spChg chg="mod">
          <ac:chgData name="Sarah Malaeb" userId="469b1cc2f682dd7f" providerId="LiveId" clId="{F9E3AF0D-DA5D-44CD-9144-FF819748A1A8}" dt="2025-10-07T09:56:47.201" v="2640" actId="20577"/>
          <ac:spMkLst>
            <pc:docMk/>
            <pc:sldMk cId="2717089903" sldId="297"/>
            <ac:spMk id="3" creationId="{BDD5AF2C-E4B0-4549-90BD-F97924D93673}"/>
          </ac:spMkLst>
        </pc:spChg>
        <pc:spChg chg="mod">
          <ac:chgData name="Sarah Malaeb" userId="469b1cc2f682dd7f" providerId="LiveId" clId="{F9E3AF0D-DA5D-44CD-9144-FF819748A1A8}" dt="2025-10-07T09:54:35.572" v="2536"/>
          <ac:spMkLst>
            <pc:docMk/>
            <pc:sldMk cId="2717089903" sldId="297"/>
            <ac:spMk id="10" creationId="{0A8D9CBF-8843-788D-8482-D13DDB2EDD3A}"/>
          </ac:spMkLst>
        </pc:spChg>
        <pc:inkChg chg="add del">
          <ac:chgData name="Sarah Malaeb" userId="469b1cc2f682dd7f" providerId="LiveId" clId="{F9E3AF0D-DA5D-44CD-9144-FF819748A1A8}" dt="2025-10-07T09:55:27.118" v="2568" actId="478"/>
          <ac:inkMkLst>
            <pc:docMk/>
            <pc:sldMk cId="2717089903" sldId="297"/>
            <ac:inkMk id="2" creationId="{6CEA5C69-F855-8D05-15D0-02846E3CC6BE}"/>
          </ac:inkMkLst>
        </pc:inkChg>
      </pc:sldChg>
      <pc:sldChg chg="modSp add mod">
        <pc:chgData name="Sarah Malaeb" userId="469b1cc2f682dd7f" providerId="LiveId" clId="{F9E3AF0D-DA5D-44CD-9144-FF819748A1A8}" dt="2025-10-07T09:57:01.114" v="2642" actId="20577"/>
        <pc:sldMkLst>
          <pc:docMk/>
          <pc:sldMk cId="428412615" sldId="298"/>
        </pc:sldMkLst>
        <pc:spChg chg="mod">
          <ac:chgData name="Sarah Malaeb" userId="469b1cc2f682dd7f" providerId="LiveId" clId="{F9E3AF0D-DA5D-44CD-9144-FF819748A1A8}" dt="2025-10-07T09:55:08.231" v="2567" actId="20577"/>
          <ac:spMkLst>
            <pc:docMk/>
            <pc:sldMk cId="428412615" sldId="298"/>
            <ac:spMk id="2" creationId="{E6022ABE-2EF9-4A04-9F64-FB78A1CC65C4}"/>
          </ac:spMkLst>
        </pc:spChg>
        <pc:spChg chg="mod">
          <ac:chgData name="Sarah Malaeb" userId="469b1cc2f682dd7f" providerId="LiveId" clId="{F9E3AF0D-DA5D-44CD-9144-FF819748A1A8}" dt="2025-10-07T09:57:01.114" v="2642" actId="20577"/>
          <ac:spMkLst>
            <pc:docMk/>
            <pc:sldMk cId="428412615" sldId="298"/>
            <ac:spMk id="3" creationId="{491A3F51-83D6-4667-A961-F0C7D5CC4612}"/>
          </ac:spMkLst>
        </pc:spChg>
      </pc:sldChg>
      <pc:sldChg chg="modSp del mod">
        <pc:chgData name="Sarah Malaeb" userId="469b1cc2f682dd7f" providerId="LiveId" clId="{F9E3AF0D-DA5D-44CD-9144-FF819748A1A8}" dt="2025-09-17T05:11:34.874" v="727" actId="47"/>
        <pc:sldMkLst>
          <pc:docMk/>
          <pc:sldMk cId="964312565" sldId="298"/>
        </pc:sldMkLst>
      </pc:sldChg>
      <pc:sldChg chg="modSp del mod">
        <pc:chgData name="Sarah Malaeb" userId="469b1cc2f682dd7f" providerId="LiveId" clId="{F9E3AF0D-DA5D-44CD-9144-FF819748A1A8}" dt="2025-09-17T05:11:34.874" v="727" actId="47"/>
        <pc:sldMkLst>
          <pc:docMk/>
          <pc:sldMk cId="82293936" sldId="299"/>
        </pc:sldMkLst>
      </pc:sldChg>
      <pc:sldChg chg="addSp delSp modSp add mod">
        <pc:chgData name="Sarah Malaeb" userId="469b1cc2f682dd7f" providerId="LiveId" clId="{F9E3AF0D-DA5D-44CD-9144-FF819748A1A8}" dt="2025-10-07T09:55:40.944" v="2573" actId="20577"/>
        <pc:sldMkLst>
          <pc:docMk/>
          <pc:sldMk cId="1690317706" sldId="299"/>
        </pc:sldMkLst>
        <pc:spChg chg="mod">
          <ac:chgData name="Sarah Malaeb" userId="469b1cc2f682dd7f" providerId="LiveId" clId="{F9E3AF0D-DA5D-44CD-9144-FF819748A1A8}" dt="2025-10-07T09:55:40.944" v="2573" actId="20577"/>
          <ac:spMkLst>
            <pc:docMk/>
            <pc:sldMk cId="1690317706" sldId="299"/>
            <ac:spMk id="2" creationId="{58C57B4A-F889-4810-B26E-6E9F2C00336C}"/>
          </ac:spMkLst>
        </pc:spChg>
        <pc:inkChg chg="add del">
          <ac:chgData name="Sarah Malaeb" userId="469b1cc2f682dd7f" providerId="LiveId" clId="{F9E3AF0D-DA5D-44CD-9144-FF819748A1A8}" dt="2025-10-07T09:55:32.868" v="2570" actId="478"/>
          <ac:inkMkLst>
            <pc:docMk/>
            <pc:sldMk cId="1690317706" sldId="299"/>
            <ac:inkMk id="3" creationId="{62924F4A-4F6E-B7B9-421A-E4FD8C988FD9}"/>
          </ac:inkMkLst>
        </pc:inkChg>
      </pc:sldChg>
      <pc:sldChg chg="modSp add mod">
        <pc:chgData name="Sarah Malaeb" userId="469b1cc2f682dd7f" providerId="LiveId" clId="{F9E3AF0D-DA5D-44CD-9144-FF819748A1A8}" dt="2025-10-07T09:57:24.713" v="2643"/>
        <pc:sldMkLst>
          <pc:docMk/>
          <pc:sldMk cId="242814336" sldId="300"/>
        </pc:sldMkLst>
        <pc:spChg chg="mod">
          <ac:chgData name="Sarah Malaeb" userId="469b1cc2f682dd7f" providerId="LiveId" clId="{F9E3AF0D-DA5D-44CD-9144-FF819748A1A8}" dt="2025-10-07T09:57:24.713" v="2643"/>
          <ac:spMkLst>
            <pc:docMk/>
            <pc:sldMk cId="242814336" sldId="300"/>
            <ac:spMk id="2" creationId="{D298F69C-B7D6-405D-8504-8EC50E455729}"/>
          </ac:spMkLst>
        </pc:spChg>
      </pc:sldChg>
      <pc:sldChg chg="del">
        <pc:chgData name="Sarah Malaeb" userId="469b1cc2f682dd7f" providerId="LiveId" clId="{F9E3AF0D-DA5D-44CD-9144-FF819748A1A8}" dt="2025-09-17T05:11:34.874" v="727" actId="47"/>
        <pc:sldMkLst>
          <pc:docMk/>
          <pc:sldMk cId="3990329741" sldId="300"/>
        </pc:sldMkLst>
      </pc:sldChg>
      <pc:sldChg chg="modSp add mod">
        <pc:chgData name="Sarah Malaeb" userId="469b1cc2f682dd7f" providerId="LiveId" clId="{F9E3AF0D-DA5D-44CD-9144-FF819748A1A8}" dt="2025-10-07T09:58:58.355" v="2668" actId="20577"/>
        <pc:sldMkLst>
          <pc:docMk/>
          <pc:sldMk cId="654336754" sldId="301"/>
        </pc:sldMkLst>
        <pc:spChg chg="mod">
          <ac:chgData name="Sarah Malaeb" userId="469b1cc2f682dd7f" providerId="LiveId" clId="{F9E3AF0D-DA5D-44CD-9144-FF819748A1A8}" dt="2025-10-07T09:58:47.683" v="2662" actId="20577"/>
          <ac:spMkLst>
            <pc:docMk/>
            <pc:sldMk cId="654336754" sldId="301"/>
            <ac:spMk id="2" creationId="{BD0E22CF-7D8F-1DA8-0CFB-029AD45C624E}"/>
          </ac:spMkLst>
        </pc:spChg>
        <pc:spChg chg="mod">
          <ac:chgData name="Sarah Malaeb" userId="469b1cc2f682dd7f" providerId="LiveId" clId="{F9E3AF0D-DA5D-44CD-9144-FF819748A1A8}" dt="2025-10-07T09:58:58.355" v="2668" actId="20577"/>
          <ac:spMkLst>
            <pc:docMk/>
            <pc:sldMk cId="654336754" sldId="301"/>
            <ac:spMk id="3" creationId="{9D7354EE-D6F3-4A3A-EF85-D5920368E577}"/>
          </ac:spMkLst>
        </pc:spChg>
      </pc:sldChg>
      <pc:sldChg chg="del">
        <pc:chgData name="Sarah Malaeb" userId="469b1cc2f682dd7f" providerId="LiveId" clId="{F9E3AF0D-DA5D-44CD-9144-FF819748A1A8}" dt="2025-09-17T05:11:34.874" v="727" actId="47"/>
        <pc:sldMkLst>
          <pc:docMk/>
          <pc:sldMk cId="2484894984" sldId="301"/>
        </pc:sldMkLst>
      </pc:sldChg>
      <pc:sldChg chg="add">
        <pc:chgData name="Sarah Malaeb" userId="469b1cc2f682dd7f" providerId="LiveId" clId="{F9E3AF0D-DA5D-44CD-9144-FF819748A1A8}" dt="2025-09-17T05:12:25.601" v="728"/>
        <pc:sldMkLst>
          <pc:docMk/>
          <pc:sldMk cId="1387819608" sldId="302"/>
        </pc:sldMkLst>
      </pc:sldChg>
      <pc:sldChg chg="del">
        <pc:chgData name="Sarah Malaeb" userId="469b1cc2f682dd7f" providerId="LiveId" clId="{F9E3AF0D-DA5D-44CD-9144-FF819748A1A8}" dt="2025-09-17T05:11:34.874" v="727" actId="47"/>
        <pc:sldMkLst>
          <pc:docMk/>
          <pc:sldMk cId="1403595533" sldId="302"/>
        </pc:sldMkLst>
      </pc:sldChg>
      <pc:sldChg chg="addSp modSp del mod">
        <pc:chgData name="Sarah Malaeb" userId="469b1cc2f682dd7f" providerId="LiveId" clId="{F9E3AF0D-DA5D-44CD-9144-FF819748A1A8}" dt="2025-09-17T05:11:34.874" v="727" actId="47"/>
        <pc:sldMkLst>
          <pc:docMk/>
          <pc:sldMk cId="1942720279" sldId="303"/>
        </pc:sldMkLst>
      </pc:sldChg>
      <pc:sldChg chg="addSp delSp modSp add mod">
        <pc:chgData name="Sarah Malaeb" userId="469b1cc2f682dd7f" providerId="LiveId" clId="{F9E3AF0D-DA5D-44CD-9144-FF819748A1A8}" dt="2025-10-07T10:01:30.714" v="2708" actId="20577"/>
        <pc:sldMkLst>
          <pc:docMk/>
          <pc:sldMk cId="3301494324" sldId="303"/>
        </pc:sldMkLst>
        <pc:spChg chg="mod">
          <ac:chgData name="Sarah Malaeb" userId="469b1cc2f682dd7f" providerId="LiveId" clId="{F9E3AF0D-DA5D-44CD-9144-FF819748A1A8}" dt="2025-10-07T10:00:43.689" v="2701" actId="6549"/>
          <ac:spMkLst>
            <pc:docMk/>
            <pc:sldMk cId="3301494324" sldId="303"/>
            <ac:spMk id="2" creationId="{8788CBFC-C704-89F8-2F41-F91F99ABB633}"/>
          </ac:spMkLst>
        </pc:spChg>
        <pc:spChg chg="mod">
          <ac:chgData name="Sarah Malaeb" userId="469b1cc2f682dd7f" providerId="LiveId" clId="{F9E3AF0D-DA5D-44CD-9144-FF819748A1A8}" dt="2025-10-07T10:01:30.714" v="2708" actId="20577"/>
          <ac:spMkLst>
            <pc:docMk/>
            <pc:sldMk cId="3301494324" sldId="303"/>
            <ac:spMk id="3" creationId="{31C7D633-B7EF-4FF6-4E85-B6C5267FB89F}"/>
          </ac:spMkLst>
        </pc:spChg>
        <pc:spChg chg="mod">
          <ac:chgData name="Sarah Malaeb" userId="469b1cc2f682dd7f" providerId="LiveId" clId="{F9E3AF0D-DA5D-44CD-9144-FF819748A1A8}" dt="2025-10-07T10:00:56.306" v="2704" actId="20577"/>
          <ac:spMkLst>
            <pc:docMk/>
            <pc:sldMk cId="3301494324" sldId="303"/>
            <ac:spMk id="5" creationId="{5D020AD0-E731-D672-8F26-D0A59D456C8F}"/>
          </ac:spMkLst>
        </pc:spChg>
        <pc:inkChg chg="add del">
          <ac:chgData name="Sarah Malaeb" userId="469b1cc2f682dd7f" providerId="LiveId" clId="{F9E3AF0D-DA5D-44CD-9144-FF819748A1A8}" dt="2025-10-07T10:00:00.735" v="2669" actId="478"/>
          <ac:inkMkLst>
            <pc:docMk/>
            <pc:sldMk cId="3301494324" sldId="303"/>
            <ac:inkMk id="4" creationId="{BB9A1617-73E4-8BF8-E3DA-A663BF7F3A8F}"/>
          </ac:inkMkLst>
        </pc:inkChg>
      </pc:sldChg>
      <pc:sldChg chg="delSp modSp add mod">
        <pc:chgData name="Sarah Malaeb" userId="469b1cc2f682dd7f" providerId="LiveId" clId="{F9E3AF0D-DA5D-44CD-9144-FF819748A1A8}" dt="2025-10-07T10:05:45.442" v="2801"/>
        <pc:sldMkLst>
          <pc:docMk/>
          <pc:sldMk cId="2566435603" sldId="304"/>
        </pc:sldMkLst>
        <pc:spChg chg="mod">
          <ac:chgData name="Sarah Malaeb" userId="469b1cc2f682dd7f" providerId="LiveId" clId="{F9E3AF0D-DA5D-44CD-9144-FF819748A1A8}" dt="2025-10-07T10:05:44.487" v="2799" actId="1076"/>
          <ac:spMkLst>
            <pc:docMk/>
            <pc:sldMk cId="2566435603" sldId="304"/>
            <ac:spMk id="4" creationId="{BEB9BABA-A0FB-9E84-EA88-35B9613FBF1B}"/>
          </ac:spMkLst>
        </pc:spChg>
        <pc:spChg chg="del mod">
          <ac:chgData name="Sarah Malaeb" userId="469b1cc2f682dd7f" providerId="LiveId" clId="{F9E3AF0D-DA5D-44CD-9144-FF819748A1A8}" dt="2025-10-07T10:05:45.442" v="2801"/>
          <ac:spMkLst>
            <pc:docMk/>
            <pc:sldMk cId="2566435603" sldId="304"/>
            <ac:spMk id="9" creationId="{1DB0FD06-C359-FB5C-972D-234955CBD6C2}"/>
          </ac:spMkLst>
        </pc:spChg>
        <pc:spChg chg="mod">
          <ac:chgData name="Sarah Malaeb" userId="469b1cc2f682dd7f" providerId="LiveId" clId="{F9E3AF0D-DA5D-44CD-9144-FF819748A1A8}" dt="2025-10-07T10:02:43.244" v="2735" actId="20577"/>
          <ac:spMkLst>
            <pc:docMk/>
            <pc:sldMk cId="2566435603" sldId="304"/>
            <ac:spMk id="11" creationId="{BF64B5E2-17B6-4C04-BDD1-D3A56B077124}"/>
          </ac:spMkLst>
        </pc:spChg>
        <pc:spChg chg="mod">
          <ac:chgData name="Sarah Malaeb" userId="469b1cc2f682dd7f" providerId="LiveId" clId="{F9E3AF0D-DA5D-44CD-9144-FF819748A1A8}" dt="2025-10-07T10:03:34.010" v="2741" actId="1076"/>
          <ac:spMkLst>
            <pc:docMk/>
            <pc:sldMk cId="2566435603" sldId="304"/>
            <ac:spMk id="14" creationId="{452C9E50-45EA-F3CF-F8BB-78D1E7FCBE71}"/>
          </ac:spMkLst>
        </pc:spChg>
        <pc:spChg chg="mod">
          <ac:chgData name="Sarah Malaeb" userId="469b1cc2f682dd7f" providerId="LiveId" clId="{F9E3AF0D-DA5D-44CD-9144-FF819748A1A8}" dt="2025-10-07T10:03:49.847" v="2781" actId="20577"/>
          <ac:spMkLst>
            <pc:docMk/>
            <pc:sldMk cId="2566435603" sldId="304"/>
            <ac:spMk id="15" creationId="{38B0E0C4-73CB-4D4A-8AF0-7CA3CD9730ED}"/>
          </ac:spMkLst>
        </pc:spChg>
      </pc:sldChg>
      <pc:sldChg chg="del">
        <pc:chgData name="Sarah Malaeb" userId="469b1cc2f682dd7f" providerId="LiveId" clId="{F9E3AF0D-DA5D-44CD-9144-FF819748A1A8}" dt="2025-09-17T05:11:34.874" v="727" actId="47"/>
        <pc:sldMkLst>
          <pc:docMk/>
          <pc:sldMk cId="3590333011" sldId="304"/>
        </pc:sldMkLst>
      </pc:sldChg>
      <pc:sldChg chg="delSp modSp add mod">
        <pc:chgData name="Sarah Malaeb" userId="469b1cc2f682dd7f" providerId="LiveId" clId="{F9E3AF0D-DA5D-44CD-9144-FF819748A1A8}" dt="2025-10-07T10:06:51.509" v="2818" actId="20577"/>
        <pc:sldMkLst>
          <pc:docMk/>
          <pc:sldMk cId="491744018" sldId="305"/>
        </pc:sldMkLst>
        <pc:spChg chg="mod">
          <ac:chgData name="Sarah Malaeb" userId="469b1cc2f682dd7f" providerId="LiveId" clId="{F9E3AF0D-DA5D-44CD-9144-FF819748A1A8}" dt="2025-10-07T10:06:51.509" v="2818" actId="20577"/>
          <ac:spMkLst>
            <pc:docMk/>
            <pc:sldMk cId="491744018" sldId="305"/>
            <ac:spMk id="2" creationId="{2E74B00E-7F19-4F1B-94C6-FB335FC7B645}"/>
          </ac:spMkLst>
        </pc:spChg>
        <pc:spChg chg="mod">
          <ac:chgData name="Sarah Malaeb" userId="469b1cc2f682dd7f" providerId="LiveId" clId="{F9E3AF0D-DA5D-44CD-9144-FF819748A1A8}" dt="2025-10-07T10:06:42.539" v="2806" actId="1076"/>
          <ac:spMkLst>
            <pc:docMk/>
            <pc:sldMk cId="491744018" sldId="305"/>
            <ac:spMk id="11" creationId="{9BA998D9-580B-41B0-8686-4E7210550384}"/>
          </ac:spMkLst>
        </pc:spChg>
        <pc:spChg chg="mod">
          <ac:chgData name="Sarah Malaeb" userId="469b1cc2f682dd7f" providerId="LiveId" clId="{F9E3AF0D-DA5D-44CD-9144-FF819748A1A8}" dt="2025-10-07T10:06:39.745" v="2805" actId="1076"/>
          <ac:spMkLst>
            <pc:docMk/>
            <pc:sldMk cId="491744018" sldId="305"/>
            <ac:spMk id="13" creationId="{9D09D21C-E7CA-4004-AABD-BB22DA025618}"/>
          </ac:spMkLst>
        </pc:spChg>
      </pc:sldChg>
      <pc:sldChg chg="modSp del mod">
        <pc:chgData name="Sarah Malaeb" userId="469b1cc2f682dd7f" providerId="LiveId" clId="{F9E3AF0D-DA5D-44CD-9144-FF819748A1A8}" dt="2025-09-17T05:11:34.874" v="727" actId="47"/>
        <pc:sldMkLst>
          <pc:docMk/>
          <pc:sldMk cId="845363647" sldId="305"/>
        </pc:sldMkLst>
      </pc:sldChg>
      <pc:sldChg chg="addSp modSp add mod">
        <pc:chgData name="Sarah Malaeb" userId="469b1cc2f682dd7f" providerId="LiveId" clId="{F9E3AF0D-DA5D-44CD-9144-FF819748A1A8}" dt="2025-10-07T10:10:49.385" v="2953" actId="20577"/>
        <pc:sldMkLst>
          <pc:docMk/>
          <pc:sldMk cId="2905037221" sldId="306"/>
        </pc:sldMkLst>
        <pc:spChg chg="mod">
          <ac:chgData name="Sarah Malaeb" userId="469b1cc2f682dd7f" providerId="LiveId" clId="{F9E3AF0D-DA5D-44CD-9144-FF819748A1A8}" dt="2025-10-07T10:07:09.609" v="2836" actId="20577"/>
          <ac:spMkLst>
            <pc:docMk/>
            <pc:sldMk cId="2905037221" sldId="306"/>
            <ac:spMk id="2" creationId="{DB5FE691-3761-4D54-8799-3349904528FE}"/>
          </ac:spMkLst>
        </pc:spChg>
        <pc:spChg chg="mod">
          <ac:chgData name="Sarah Malaeb" userId="469b1cc2f682dd7f" providerId="LiveId" clId="{F9E3AF0D-DA5D-44CD-9144-FF819748A1A8}" dt="2025-10-07T10:10:49.385" v="2953" actId="20577"/>
          <ac:spMkLst>
            <pc:docMk/>
            <pc:sldMk cId="2905037221" sldId="306"/>
            <ac:spMk id="3" creationId="{ABBB821A-46E8-4A7F-8513-D3B08C01A116}"/>
          </ac:spMkLst>
        </pc:spChg>
        <pc:spChg chg="add mod">
          <ac:chgData name="Sarah Malaeb" userId="469b1cc2f682dd7f" providerId="LiveId" clId="{F9E3AF0D-DA5D-44CD-9144-FF819748A1A8}" dt="2025-10-07T10:08:17.275" v="2940" actId="20577"/>
          <ac:spMkLst>
            <pc:docMk/>
            <pc:sldMk cId="2905037221" sldId="306"/>
            <ac:spMk id="5" creationId="{834E02C0-0904-8794-1C0B-486F0982B3AC}"/>
          </ac:spMkLst>
        </pc:spChg>
        <pc:spChg chg="add mod">
          <ac:chgData name="Sarah Malaeb" userId="469b1cc2f682dd7f" providerId="LiveId" clId="{F9E3AF0D-DA5D-44CD-9144-FF819748A1A8}" dt="2025-10-07T10:08:23.619" v="2946" actId="20577"/>
          <ac:spMkLst>
            <pc:docMk/>
            <pc:sldMk cId="2905037221" sldId="306"/>
            <ac:spMk id="9" creationId="{D1A9AFDE-B0FA-89E7-B6D7-5AA9CA378176}"/>
          </ac:spMkLst>
        </pc:spChg>
        <pc:spChg chg="mod">
          <ac:chgData name="Sarah Malaeb" userId="469b1cc2f682dd7f" providerId="LiveId" clId="{F9E3AF0D-DA5D-44CD-9144-FF819748A1A8}" dt="2025-10-07T10:07:37.830" v="2854" actId="20577"/>
          <ac:spMkLst>
            <pc:docMk/>
            <pc:sldMk cId="2905037221" sldId="306"/>
            <ac:spMk id="16" creationId="{217E60EB-DC5E-4F73-AF39-C3EF697DD3B5}"/>
          </ac:spMkLst>
        </pc:spChg>
        <pc:spChg chg="mod">
          <ac:chgData name="Sarah Malaeb" userId="469b1cc2f682dd7f" providerId="LiveId" clId="{F9E3AF0D-DA5D-44CD-9144-FF819748A1A8}" dt="2025-10-07T10:07:41.409" v="2856" actId="20577"/>
          <ac:spMkLst>
            <pc:docMk/>
            <pc:sldMk cId="2905037221" sldId="306"/>
            <ac:spMk id="17" creationId="{392D5843-E9F1-41DC-B50C-BDE510865E1A}"/>
          </ac:spMkLst>
        </pc:spChg>
        <pc:picChg chg="add mod">
          <ac:chgData name="Sarah Malaeb" userId="469b1cc2f682dd7f" providerId="LiveId" clId="{F9E3AF0D-DA5D-44CD-9144-FF819748A1A8}" dt="2025-09-17T11:20:21.876" v="1007" actId="1076"/>
          <ac:picMkLst>
            <pc:docMk/>
            <pc:sldMk cId="2905037221" sldId="306"/>
            <ac:picMk id="7" creationId="{F55A319B-A17C-06D0-EC3D-37D8F5F30093}"/>
          </ac:picMkLst>
        </pc:picChg>
        <pc:picChg chg="mod">
          <ac:chgData name="Sarah Malaeb" userId="469b1cc2f682dd7f" providerId="LiveId" clId="{F9E3AF0D-DA5D-44CD-9144-FF819748A1A8}" dt="2025-09-17T11:22:49.957" v="1019" actId="1076"/>
          <ac:picMkLst>
            <pc:docMk/>
            <pc:sldMk cId="2905037221" sldId="306"/>
            <ac:picMk id="13" creationId="{2FA9884F-A333-4EB3-ACA4-3A7937573873}"/>
          </ac:picMkLst>
        </pc:picChg>
        <pc:cxnChg chg="add mod">
          <ac:chgData name="Sarah Malaeb" userId="469b1cc2f682dd7f" providerId="LiveId" clId="{F9E3AF0D-DA5D-44CD-9144-FF819748A1A8}" dt="2025-09-17T11:21:22.836" v="1014" actId="14100"/>
          <ac:cxnSpMkLst>
            <pc:docMk/>
            <pc:sldMk cId="2905037221" sldId="306"/>
            <ac:cxnSpMk id="10" creationId="{E0C520AC-FB8B-E3C9-4A1C-5667283F9859}"/>
          </ac:cxnSpMkLst>
        </pc:cxnChg>
        <pc:cxnChg chg="mod">
          <ac:chgData name="Sarah Malaeb" userId="469b1cc2f682dd7f" providerId="LiveId" clId="{F9E3AF0D-DA5D-44CD-9144-FF819748A1A8}" dt="2025-10-07T10:07:37.830" v="2854" actId="20577"/>
          <ac:cxnSpMkLst>
            <pc:docMk/>
            <pc:sldMk cId="2905037221" sldId="306"/>
            <ac:cxnSpMk id="19" creationId="{F7CD4A5D-495E-4C0C-9C20-C196C2E525E5}"/>
          </ac:cxnSpMkLst>
        </pc:cxnChg>
      </pc:sldChg>
      <pc:sldChg chg="delSp modSp add mod">
        <pc:chgData name="Sarah Malaeb" userId="469b1cc2f682dd7f" providerId="LiveId" clId="{F9E3AF0D-DA5D-44CD-9144-FF819748A1A8}" dt="2025-10-07T10:13:31.282" v="3089" actId="20577"/>
        <pc:sldMkLst>
          <pc:docMk/>
          <pc:sldMk cId="2576523063" sldId="307"/>
        </pc:sldMkLst>
        <pc:spChg chg="mod">
          <ac:chgData name="Sarah Malaeb" userId="469b1cc2f682dd7f" providerId="LiveId" clId="{F9E3AF0D-DA5D-44CD-9144-FF819748A1A8}" dt="2025-10-07T10:11:50.759" v="3011" actId="20577"/>
          <ac:spMkLst>
            <pc:docMk/>
            <pc:sldMk cId="2576523063" sldId="307"/>
            <ac:spMk id="2" creationId="{7A49BC46-FAFE-DD7E-64DC-5ABD4CB81501}"/>
          </ac:spMkLst>
        </pc:spChg>
        <pc:spChg chg="mod">
          <ac:chgData name="Sarah Malaeb" userId="469b1cc2f682dd7f" providerId="LiveId" clId="{F9E3AF0D-DA5D-44CD-9144-FF819748A1A8}" dt="2025-10-07T10:13:31.282" v="3089" actId="20577"/>
          <ac:spMkLst>
            <pc:docMk/>
            <pc:sldMk cId="2576523063" sldId="307"/>
            <ac:spMk id="3" creationId="{99D91B63-7333-A095-3976-359C622072E2}"/>
          </ac:spMkLst>
        </pc:spChg>
      </pc:sldChg>
      <pc:sldChg chg="delSp modSp add mod ord">
        <pc:chgData name="Sarah Malaeb" userId="469b1cc2f682dd7f" providerId="LiveId" clId="{F9E3AF0D-DA5D-44CD-9144-FF819748A1A8}" dt="2025-10-07T10:16:37.135" v="3144" actId="20577"/>
        <pc:sldMkLst>
          <pc:docMk/>
          <pc:sldMk cId="3873539522" sldId="308"/>
        </pc:sldMkLst>
        <pc:spChg chg="mod">
          <ac:chgData name="Sarah Malaeb" userId="469b1cc2f682dd7f" providerId="LiveId" clId="{F9E3AF0D-DA5D-44CD-9144-FF819748A1A8}" dt="2025-10-07T10:12:30.183" v="3051" actId="20577"/>
          <ac:spMkLst>
            <pc:docMk/>
            <pc:sldMk cId="3873539522" sldId="308"/>
            <ac:spMk id="2" creationId="{9E930E64-1E49-56DB-739B-F7765B7D9D16}"/>
          </ac:spMkLst>
        </pc:spChg>
        <pc:spChg chg="mod">
          <ac:chgData name="Sarah Malaeb" userId="469b1cc2f682dd7f" providerId="LiveId" clId="{F9E3AF0D-DA5D-44CD-9144-FF819748A1A8}" dt="2025-10-07T10:16:37.135" v="3144" actId="20577"/>
          <ac:spMkLst>
            <pc:docMk/>
            <pc:sldMk cId="3873539522" sldId="308"/>
            <ac:spMk id="3" creationId="{3F6B5317-92B0-7030-9A27-F1F7C7631ECF}"/>
          </ac:spMkLst>
        </pc:spChg>
      </pc:sldChg>
      <pc:sldChg chg="delSp modSp add mod">
        <pc:chgData name="Sarah Malaeb" userId="469b1cc2f682dd7f" providerId="LiveId" clId="{F9E3AF0D-DA5D-44CD-9144-FF819748A1A8}" dt="2025-10-07T10:16:34.821" v="3136" actId="20577"/>
        <pc:sldMkLst>
          <pc:docMk/>
          <pc:sldMk cId="1928339599" sldId="309"/>
        </pc:sldMkLst>
        <pc:spChg chg="mod">
          <ac:chgData name="Sarah Malaeb" userId="469b1cc2f682dd7f" providerId="LiveId" clId="{F9E3AF0D-DA5D-44CD-9144-FF819748A1A8}" dt="2025-10-07T10:12:15.368" v="3034" actId="20577"/>
          <ac:spMkLst>
            <pc:docMk/>
            <pc:sldMk cId="1928339599" sldId="309"/>
            <ac:spMk id="2" creationId="{B3ADC4FF-182E-EBE7-8947-1C9D222213A8}"/>
          </ac:spMkLst>
        </pc:spChg>
        <pc:spChg chg="mod">
          <ac:chgData name="Sarah Malaeb" userId="469b1cc2f682dd7f" providerId="LiveId" clId="{F9E3AF0D-DA5D-44CD-9144-FF819748A1A8}" dt="2025-10-07T10:16:34.821" v="3136" actId="20577"/>
          <ac:spMkLst>
            <pc:docMk/>
            <pc:sldMk cId="1928339599" sldId="309"/>
            <ac:spMk id="3" creationId="{248208AF-2051-24E6-B318-F39DD375BD2E}"/>
          </ac:spMkLst>
        </pc:spChg>
      </pc:sldChg>
      <pc:sldChg chg="addSp modSp new mod">
        <pc:chgData name="Sarah Malaeb" userId="469b1cc2f682dd7f" providerId="LiveId" clId="{F9E3AF0D-DA5D-44CD-9144-FF819748A1A8}" dt="2025-10-07T10:53:14.182" v="3298" actId="20577"/>
        <pc:sldMkLst>
          <pc:docMk/>
          <pc:sldMk cId="2942665442" sldId="310"/>
        </pc:sldMkLst>
        <pc:spChg chg="mod">
          <ac:chgData name="Sarah Malaeb" userId="469b1cc2f682dd7f" providerId="LiveId" clId="{F9E3AF0D-DA5D-44CD-9144-FF819748A1A8}" dt="2025-10-07T10:47:24.879" v="3250" actId="20577"/>
          <ac:spMkLst>
            <pc:docMk/>
            <pc:sldMk cId="2942665442" sldId="310"/>
            <ac:spMk id="2" creationId="{D80BAD3B-FC54-5E8A-12FB-B4F71946F23B}"/>
          </ac:spMkLst>
        </pc:spChg>
        <pc:spChg chg="mod">
          <ac:chgData name="Sarah Malaeb" userId="469b1cc2f682dd7f" providerId="LiveId" clId="{F9E3AF0D-DA5D-44CD-9144-FF819748A1A8}" dt="2025-10-07T10:53:14.182" v="3298" actId="20577"/>
          <ac:spMkLst>
            <pc:docMk/>
            <pc:sldMk cId="2942665442" sldId="310"/>
            <ac:spMk id="3" creationId="{1BD169AA-E1C0-D588-D970-5C9C2FBA45F6}"/>
          </ac:spMkLst>
        </pc:spChg>
      </pc:sldChg>
      <pc:sldChg chg="del">
        <pc:chgData name="Sarah Malaeb" userId="469b1cc2f682dd7f" providerId="LiveId" clId="{F9E3AF0D-DA5D-44CD-9144-FF819748A1A8}" dt="2025-09-17T05:11:34.874" v="727" actId="47"/>
        <pc:sldMkLst>
          <pc:docMk/>
          <pc:sldMk cId="110509500" sldId="311"/>
        </pc:sldMkLst>
      </pc:sldChg>
      <pc:sldChg chg="addSp modSp new mod">
        <pc:chgData name="Sarah Malaeb" userId="469b1cc2f682dd7f" providerId="LiveId" clId="{F9E3AF0D-DA5D-44CD-9144-FF819748A1A8}" dt="2025-10-07T10:20:05.881" v="3246" actId="20577"/>
        <pc:sldMkLst>
          <pc:docMk/>
          <pc:sldMk cId="1399773612" sldId="311"/>
        </pc:sldMkLst>
        <pc:spChg chg="mod">
          <ac:chgData name="Sarah Malaeb" userId="469b1cc2f682dd7f" providerId="LiveId" clId="{F9E3AF0D-DA5D-44CD-9144-FF819748A1A8}" dt="2025-10-07T10:20:05.881" v="3246" actId="20577"/>
          <ac:spMkLst>
            <pc:docMk/>
            <pc:sldMk cId="1399773612" sldId="311"/>
            <ac:spMk id="2" creationId="{34F8071F-7046-8951-31F3-8E0A059DB6ED}"/>
          </ac:spMkLst>
        </pc:spChg>
        <pc:spChg chg="mod">
          <ac:chgData name="Sarah Malaeb" userId="469b1cc2f682dd7f" providerId="LiveId" clId="{F9E3AF0D-DA5D-44CD-9144-FF819748A1A8}" dt="2025-10-07T10:19:47.680" v="3217" actId="113"/>
          <ac:spMkLst>
            <pc:docMk/>
            <pc:sldMk cId="1399773612" sldId="311"/>
            <ac:spMk id="3" creationId="{13DD14B5-AF19-D099-EA1E-946644E9AE74}"/>
          </ac:spMkLst>
        </pc:spChg>
        <pc:cxnChg chg="add mod">
          <ac:chgData name="Sarah Malaeb" userId="469b1cc2f682dd7f" providerId="LiveId" clId="{F9E3AF0D-DA5D-44CD-9144-FF819748A1A8}" dt="2025-10-07T10:19:44.389" v="3216" actId="14100"/>
          <ac:cxnSpMkLst>
            <pc:docMk/>
            <pc:sldMk cId="1399773612" sldId="311"/>
            <ac:cxnSpMk id="5" creationId="{44506A6F-EB4E-4811-272F-695148BA9E12}"/>
          </ac:cxnSpMkLst>
        </pc:cxnChg>
      </pc:sldChg>
      <pc:sldChg chg="modSp new mod">
        <pc:chgData name="Sarah Malaeb" userId="469b1cc2f682dd7f" providerId="LiveId" clId="{F9E3AF0D-DA5D-44CD-9144-FF819748A1A8}" dt="2025-10-07T10:55:27.198" v="3307" actId="20577"/>
        <pc:sldMkLst>
          <pc:docMk/>
          <pc:sldMk cId="140041493" sldId="312"/>
        </pc:sldMkLst>
        <pc:spChg chg="mod">
          <ac:chgData name="Sarah Malaeb" userId="469b1cc2f682dd7f" providerId="LiveId" clId="{F9E3AF0D-DA5D-44CD-9144-FF819748A1A8}" dt="2025-10-07T10:55:27.198" v="3307" actId="20577"/>
          <ac:spMkLst>
            <pc:docMk/>
            <pc:sldMk cId="140041493" sldId="312"/>
            <ac:spMk id="2" creationId="{4B7672BC-B4F2-DF74-F8D3-BEB8E4363C7C}"/>
          </ac:spMkLst>
        </pc:spChg>
        <pc:spChg chg="mod">
          <ac:chgData name="Sarah Malaeb" userId="469b1cc2f682dd7f" providerId="LiveId" clId="{F9E3AF0D-DA5D-44CD-9144-FF819748A1A8}" dt="2025-10-07T10:18:48.759" v="3210"/>
          <ac:spMkLst>
            <pc:docMk/>
            <pc:sldMk cId="140041493" sldId="312"/>
            <ac:spMk id="3" creationId="{BC41683A-DC3D-FD6C-71BD-BC47C104359B}"/>
          </ac:spMkLst>
        </pc:spChg>
      </pc:sldChg>
      <pc:sldChg chg="delSp del mod">
        <pc:chgData name="Sarah Malaeb" userId="469b1cc2f682dd7f" providerId="LiveId" clId="{F9E3AF0D-DA5D-44CD-9144-FF819748A1A8}" dt="2025-09-17T05:11:34.874" v="727" actId="47"/>
        <pc:sldMkLst>
          <pc:docMk/>
          <pc:sldMk cId="348375769" sldId="312"/>
        </pc:sldMkLst>
      </pc:sldChg>
      <pc:sldChg chg="del">
        <pc:chgData name="Sarah Malaeb" userId="469b1cc2f682dd7f" providerId="LiveId" clId="{F9E3AF0D-DA5D-44CD-9144-FF819748A1A8}" dt="2025-09-17T05:11:34.874" v="727" actId="47"/>
        <pc:sldMkLst>
          <pc:docMk/>
          <pc:sldMk cId="2154838657" sldId="313"/>
        </pc:sldMkLst>
      </pc:sldChg>
      <pc:sldChg chg="addSp modSp new mod">
        <pc:chgData name="Sarah Malaeb" userId="469b1cc2f682dd7f" providerId="LiveId" clId="{F9E3AF0D-DA5D-44CD-9144-FF819748A1A8}" dt="2025-10-07T05:48:07.613" v="1536" actId="14100"/>
        <pc:sldMkLst>
          <pc:docMk/>
          <pc:sldMk cId="2973348117" sldId="313"/>
        </pc:sldMkLst>
        <pc:spChg chg="mod">
          <ac:chgData name="Sarah Malaeb" userId="469b1cc2f682dd7f" providerId="LiveId" clId="{F9E3AF0D-DA5D-44CD-9144-FF819748A1A8}" dt="2025-10-07T05:47:39.150" v="1521" actId="14100"/>
          <ac:spMkLst>
            <pc:docMk/>
            <pc:sldMk cId="2973348117" sldId="313"/>
            <ac:spMk id="2" creationId="{B7960D4D-A2AB-970F-D19F-1AC23A33F446}"/>
          </ac:spMkLst>
        </pc:spChg>
        <pc:spChg chg="mod">
          <ac:chgData name="Sarah Malaeb" userId="469b1cc2f682dd7f" providerId="LiveId" clId="{F9E3AF0D-DA5D-44CD-9144-FF819748A1A8}" dt="2025-10-07T05:47:04.117" v="1516" actId="20577"/>
          <ac:spMkLst>
            <pc:docMk/>
            <pc:sldMk cId="2973348117" sldId="313"/>
            <ac:spMk id="3" creationId="{4F946552-9081-78C7-CBF5-D2465310EBFB}"/>
          </ac:spMkLst>
        </pc:spChg>
        <pc:spChg chg="add mod">
          <ac:chgData name="Sarah Malaeb" userId="469b1cc2f682dd7f" providerId="LiveId" clId="{F9E3AF0D-DA5D-44CD-9144-FF819748A1A8}" dt="2025-10-07T05:47:16.929" v="1518"/>
          <ac:spMkLst>
            <pc:docMk/>
            <pc:sldMk cId="2973348117" sldId="313"/>
            <ac:spMk id="5" creationId="{CC196DAF-054E-D063-071A-A041EF4FB650}"/>
          </ac:spMkLst>
        </pc:spChg>
        <pc:spChg chg="add mod">
          <ac:chgData name="Sarah Malaeb" userId="469b1cc2f682dd7f" providerId="LiveId" clId="{F9E3AF0D-DA5D-44CD-9144-FF819748A1A8}" dt="2025-10-07T05:47:58.666" v="1534" actId="115"/>
          <ac:spMkLst>
            <pc:docMk/>
            <pc:sldMk cId="2973348117" sldId="313"/>
            <ac:spMk id="6" creationId="{4E4DBB40-0A30-C4FC-3F81-51CD8B6AB936}"/>
          </ac:spMkLst>
        </pc:spChg>
        <pc:picChg chg="add mod">
          <ac:chgData name="Sarah Malaeb" userId="469b1cc2f682dd7f" providerId="LiveId" clId="{F9E3AF0D-DA5D-44CD-9144-FF819748A1A8}" dt="2025-10-07T05:48:07.613" v="1536" actId="14100"/>
          <ac:picMkLst>
            <pc:docMk/>
            <pc:sldMk cId="2973348117" sldId="313"/>
            <ac:picMk id="4" creationId="{CAE8C78F-2C8F-F641-0312-E9A48B08B231}"/>
          </ac:picMkLst>
        </pc:picChg>
      </pc:sldChg>
      <pc:sldChg chg="addSp delSp modSp add mod">
        <pc:chgData name="Sarah Malaeb" userId="469b1cc2f682dd7f" providerId="LiveId" clId="{F9E3AF0D-DA5D-44CD-9144-FF819748A1A8}" dt="2025-10-07T05:55:30.113" v="1653" actId="1076"/>
        <pc:sldMkLst>
          <pc:docMk/>
          <pc:sldMk cId="2241178223" sldId="314"/>
        </pc:sldMkLst>
        <pc:spChg chg="mod">
          <ac:chgData name="Sarah Malaeb" userId="469b1cc2f682dd7f" providerId="LiveId" clId="{F9E3AF0D-DA5D-44CD-9144-FF819748A1A8}" dt="2025-10-07T05:55:21.926" v="1650" actId="20577"/>
          <ac:spMkLst>
            <pc:docMk/>
            <pc:sldMk cId="2241178223" sldId="314"/>
            <ac:spMk id="3" creationId="{3353EDC6-05B1-2AE1-4028-E923E188C99D}"/>
          </ac:spMkLst>
        </pc:spChg>
        <pc:spChg chg="mod">
          <ac:chgData name="Sarah Malaeb" userId="469b1cc2f682dd7f" providerId="LiveId" clId="{F9E3AF0D-DA5D-44CD-9144-FF819748A1A8}" dt="2025-10-07T05:48:44.099" v="1557" actId="115"/>
          <ac:spMkLst>
            <pc:docMk/>
            <pc:sldMk cId="2241178223" sldId="314"/>
            <ac:spMk id="6" creationId="{885AD21D-2EBE-017B-7A6F-5E04098F6F3B}"/>
          </ac:spMkLst>
        </pc:spChg>
        <pc:spChg chg="add del mod">
          <ac:chgData name="Sarah Malaeb" userId="469b1cc2f682dd7f" providerId="LiveId" clId="{F9E3AF0D-DA5D-44CD-9144-FF819748A1A8}" dt="2025-10-07T05:49:23.231" v="1564" actId="478"/>
          <ac:spMkLst>
            <pc:docMk/>
            <pc:sldMk cId="2241178223" sldId="314"/>
            <ac:spMk id="7" creationId="{B1801887-B262-DA3F-41BE-4736DCAC7B19}"/>
          </ac:spMkLst>
        </pc:spChg>
        <pc:picChg chg="del">
          <ac:chgData name="Sarah Malaeb" userId="469b1cc2f682dd7f" providerId="LiveId" clId="{F9E3AF0D-DA5D-44CD-9144-FF819748A1A8}" dt="2025-10-07T05:48:13.625" v="1538" actId="478"/>
          <ac:picMkLst>
            <pc:docMk/>
            <pc:sldMk cId="2241178223" sldId="314"/>
            <ac:picMk id="4" creationId="{206568CA-6C36-9661-7A22-8A3CDC8826DB}"/>
          </ac:picMkLst>
        </pc:picChg>
        <pc:picChg chg="add mod">
          <ac:chgData name="Sarah Malaeb" userId="469b1cc2f682dd7f" providerId="LiveId" clId="{F9E3AF0D-DA5D-44CD-9144-FF819748A1A8}" dt="2025-10-07T05:55:30.113" v="1653" actId="1076"/>
          <ac:picMkLst>
            <pc:docMk/>
            <pc:sldMk cId="2241178223" sldId="314"/>
            <ac:picMk id="5" creationId="{8833B9F5-8DD3-A4ED-547E-EEC77BAE3D2A}"/>
          </ac:picMkLst>
        </pc:picChg>
        <pc:picChg chg="add del mod">
          <ac:chgData name="Sarah Malaeb" userId="469b1cc2f682dd7f" providerId="LiveId" clId="{F9E3AF0D-DA5D-44CD-9144-FF819748A1A8}" dt="2025-10-07T05:55:27.473" v="1652" actId="478"/>
          <ac:picMkLst>
            <pc:docMk/>
            <pc:sldMk cId="2241178223" sldId="314"/>
            <ac:picMk id="8" creationId="{609081C0-556B-841D-F076-35D313519EA0}"/>
          </ac:picMkLst>
        </pc:picChg>
        <pc:picChg chg="add del mod">
          <ac:chgData name="Sarah Malaeb" userId="469b1cc2f682dd7f" providerId="LiveId" clId="{F9E3AF0D-DA5D-44CD-9144-FF819748A1A8}" dt="2025-10-07T05:55:26.174" v="1651" actId="478"/>
          <ac:picMkLst>
            <pc:docMk/>
            <pc:sldMk cId="2241178223" sldId="314"/>
            <ac:picMk id="9" creationId="{67B2DC7D-FDC5-152A-CF5A-C2526F67D378}"/>
          </ac:picMkLst>
        </pc:picChg>
      </pc:sldChg>
      <pc:sldChg chg="del">
        <pc:chgData name="Sarah Malaeb" userId="469b1cc2f682dd7f" providerId="LiveId" clId="{F9E3AF0D-DA5D-44CD-9144-FF819748A1A8}" dt="2025-09-17T05:11:34.874" v="727" actId="47"/>
        <pc:sldMkLst>
          <pc:docMk/>
          <pc:sldMk cId="2396336441" sldId="314"/>
        </pc:sldMkLst>
      </pc:sldChg>
      <pc:sldChg chg="modSp add del">
        <pc:chgData name="Sarah Malaeb" userId="469b1cc2f682dd7f" providerId="LiveId" clId="{F9E3AF0D-DA5D-44CD-9144-FF819748A1A8}" dt="2025-10-07T05:47:43.049" v="1522" actId="47"/>
        <pc:sldMkLst>
          <pc:docMk/>
          <pc:sldMk cId="4179886220" sldId="314"/>
        </pc:sldMkLst>
        <pc:spChg chg="mod">
          <ac:chgData name="Sarah Malaeb" userId="469b1cc2f682dd7f" providerId="LiveId" clId="{F9E3AF0D-DA5D-44CD-9144-FF819748A1A8}" dt="2025-10-07T05:46:51.105" v="1514"/>
          <ac:spMkLst>
            <pc:docMk/>
            <pc:sldMk cId="4179886220" sldId="314"/>
            <ac:spMk id="3" creationId="{7E123F7F-5CBC-1AA9-EF8C-2EBB6F5F1C14}"/>
          </ac:spMkLst>
        </pc:spChg>
      </pc:sldChg>
      <pc:sldChg chg="add del">
        <pc:chgData name="Sarah Malaeb" userId="469b1cc2f682dd7f" providerId="LiveId" clId="{F9E3AF0D-DA5D-44CD-9144-FF819748A1A8}" dt="2025-10-07T05:47:43.638" v="1523" actId="47"/>
        <pc:sldMkLst>
          <pc:docMk/>
          <pc:sldMk cId="895318979" sldId="315"/>
        </pc:sldMkLst>
      </pc:sldChg>
      <pc:sldChg chg="addSp modSp add mod ord">
        <pc:chgData name="Sarah Malaeb" userId="469b1cc2f682dd7f" providerId="LiveId" clId="{F9E3AF0D-DA5D-44CD-9144-FF819748A1A8}" dt="2025-10-07T05:56:36.993" v="1677" actId="20577"/>
        <pc:sldMkLst>
          <pc:docMk/>
          <pc:sldMk cId="1851473719" sldId="315"/>
        </pc:sldMkLst>
        <pc:spChg chg="mod">
          <ac:chgData name="Sarah Malaeb" userId="469b1cc2f682dd7f" providerId="LiveId" clId="{F9E3AF0D-DA5D-44CD-9144-FF819748A1A8}" dt="2025-10-07T05:56:17.142" v="1672" actId="14100"/>
          <ac:spMkLst>
            <pc:docMk/>
            <pc:sldMk cId="1851473719" sldId="315"/>
            <ac:spMk id="3" creationId="{FF26A762-28A6-80C8-1349-EEED9F3E47E8}"/>
          </ac:spMkLst>
        </pc:spChg>
        <pc:spChg chg="mod">
          <ac:chgData name="Sarah Malaeb" userId="469b1cc2f682dd7f" providerId="LiveId" clId="{F9E3AF0D-DA5D-44CD-9144-FF819748A1A8}" dt="2025-10-07T05:56:36.993" v="1677" actId="20577"/>
          <ac:spMkLst>
            <pc:docMk/>
            <pc:sldMk cId="1851473719" sldId="315"/>
            <ac:spMk id="6" creationId="{F8EEF6F0-245B-A3D8-12F5-4BF9F6EEE165}"/>
          </ac:spMkLst>
        </pc:spChg>
        <pc:picChg chg="add">
          <ac:chgData name="Sarah Malaeb" userId="469b1cc2f682dd7f" providerId="LiveId" clId="{F9E3AF0D-DA5D-44CD-9144-FF819748A1A8}" dt="2025-10-07T05:52:36.307" v="1629"/>
          <ac:picMkLst>
            <pc:docMk/>
            <pc:sldMk cId="1851473719" sldId="315"/>
            <ac:picMk id="4" creationId="{F6E7C2AC-2D4C-5DA7-0E15-FB6696C5E8A9}"/>
          </ac:picMkLst>
        </pc:picChg>
        <pc:picChg chg="add mod">
          <ac:chgData name="Sarah Malaeb" userId="469b1cc2f682dd7f" providerId="LiveId" clId="{F9E3AF0D-DA5D-44CD-9144-FF819748A1A8}" dt="2025-10-07T05:55:46.907" v="1656" actId="1076"/>
          <ac:picMkLst>
            <pc:docMk/>
            <pc:sldMk cId="1851473719" sldId="315"/>
            <ac:picMk id="5" creationId="{F1E35C7B-65C9-182B-6781-4A4209842180}"/>
          </ac:picMkLst>
        </pc:picChg>
        <pc:picChg chg="add mod">
          <ac:chgData name="Sarah Malaeb" userId="469b1cc2f682dd7f" providerId="LiveId" clId="{F9E3AF0D-DA5D-44CD-9144-FF819748A1A8}" dt="2025-10-07T05:56:26.092" v="1674" actId="1076"/>
          <ac:picMkLst>
            <pc:docMk/>
            <pc:sldMk cId="1851473719" sldId="315"/>
            <ac:picMk id="7" creationId="{B3D67B96-C6EA-2D19-05A5-ECC1B537FF84}"/>
          </ac:picMkLst>
        </pc:picChg>
      </pc:sldChg>
      <pc:sldChg chg="del">
        <pc:chgData name="Sarah Malaeb" userId="469b1cc2f682dd7f" providerId="LiveId" clId="{F9E3AF0D-DA5D-44CD-9144-FF819748A1A8}" dt="2025-09-17T05:11:34.874" v="727" actId="47"/>
        <pc:sldMkLst>
          <pc:docMk/>
          <pc:sldMk cId="2320046262" sldId="315"/>
        </pc:sldMkLst>
      </pc:sldChg>
      <pc:sldChg chg="modSp add mod">
        <pc:chgData name="Sarah Malaeb" userId="469b1cc2f682dd7f" providerId="LiveId" clId="{F9E3AF0D-DA5D-44CD-9144-FF819748A1A8}" dt="2025-10-07T05:58:36.741" v="1709"/>
        <pc:sldMkLst>
          <pc:docMk/>
          <pc:sldMk cId="938805916" sldId="316"/>
        </pc:sldMkLst>
        <pc:spChg chg="mod">
          <ac:chgData name="Sarah Malaeb" userId="469b1cc2f682dd7f" providerId="LiveId" clId="{F9E3AF0D-DA5D-44CD-9144-FF819748A1A8}" dt="2025-10-07T05:58:36.741" v="1709"/>
          <ac:spMkLst>
            <pc:docMk/>
            <pc:sldMk cId="938805916" sldId="316"/>
            <ac:spMk id="3" creationId="{2794C980-BEC1-E2DA-F771-B6FF2EDF9F2B}"/>
          </ac:spMkLst>
        </pc:spChg>
        <pc:spChg chg="mod">
          <ac:chgData name="Sarah Malaeb" userId="469b1cc2f682dd7f" providerId="LiveId" clId="{F9E3AF0D-DA5D-44CD-9144-FF819748A1A8}" dt="2025-10-07T05:58:08.305" v="1704" actId="20577"/>
          <ac:spMkLst>
            <pc:docMk/>
            <pc:sldMk cId="938805916" sldId="316"/>
            <ac:spMk id="6" creationId="{54F3D207-0ACF-2974-262B-DB21859F1573}"/>
          </ac:spMkLst>
        </pc:spChg>
      </pc:sldChg>
      <pc:sldChg chg="add del">
        <pc:chgData name="Sarah Malaeb" userId="469b1cc2f682dd7f" providerId="LiveId" clId="{F9E3AF0D-DA5D-44CD-9144-FF819748A1A8}" dt="2025-10-07T05:47:44.137" v="1524" actId="47"/>
        <pc:sldMkLst>
          <pc:docMk/>
          <pc:sldMk cId="2548466697" sldId="316"/>
        </pc:sldMkLst>
      </pc:sldChg>
      <pc:sldChg chg="add del">
        <pc:chgData name="Sarah Malaeb" userId="469b1cc2f682dd7f" providerId="LiveId" clId="{F9E3AF0D-DA5D-44CD-9144-FF819748A1A8}" dt="2025-10-07T05:47:44.680" v="1525" actId="47"/>
        <pc:sldMkLst>
          <pc:docMk/>
          <pc:sldMk cId="1151358229" sldId="317"/>
        </pc:sldMkLst>
      </pc:sldChg>
      <pc:sldChg chg="addSp modSp add mod">
        <pc:chgData name="Sarah Malaeb" userId="469b1cc2f682dd7f" providerId="LiveId" clId="{F9E3AF0D-DA5D-44CD-9144-FF819748A1A8}" dt="2025-10-07T06:14:20.788" v="1953" actId="1076"/>
        <pc:sldMkLst>
          <pc:docMk/>
          <pc:sldMk cId="3042336056" sldId="317"/>
        </pc:sldMkLst>
        <pc:spChg chg="mod">
          <ac:chgData name="Sarah Malaeb" userId="469b1cc2f682dd7f" providerId="LiveId" clId="{F9E3AF0D-DA5D-44CD-9144-FF819748A1A8}" dt="2025-10-07T06:05:24.497" v="1809" actId="12"/>
          <ac:spMkLst>
            <pc:docMk/>
            <pc:sldMk cId="3042336056" sldId="317"/>
            <ac:spMk id="3" creationId="{D966A2B1-2B97-ABF4-BE43-90295CB54E23}"/>
          </ac:spMkLst>
        </pc:spChg>
        <pc:spChg chg="add">
          <ac:chgData name="Sarah Malaeb" userId="469b1cc2f682dd7f" providerId="LiveId" clId="{F9E3AF0D-DA5D-44CD-9144-FF819748A1A8}" dt="2025-10-07T06:13:30.089" v="1951"/>
          <ac:spMkLst>
            <pc:docMk/>
            <pc:sldMk cId="3042336056" sldId="317"/>
            <ac:spMk id="4" creationId="{6096A517-1193-B0B5-99E0-396896A968B9}"/>
          </ac:spMkLst>
        </pc:spChg>
        <pc:spChg chg="mod">
          <ac:chgData name="Sarah Malaeb" userId="469b1cc2f682dd7f" providerId="LiveId" clId="{F9E3AF0D-DA5D-44CD-9144-FF819748A1A8}" dt="2025-10-07T06:05:19.110" v="1808" actId="20577"/>
          <ac:spMkLst>
            <pc:docMk/>
            <pc:sldMk cId="3042336056" sldId="317"/>
            <ac:spMk id="6" creationId="{EA02D9D1-3C8A-666B-CF88-944E6FBA8BB2}"/>
          </ac:spMkLst>
        </pc:spChg>
        <pc:picChg chg="add mod">
          <ac:chgData name="Sarah Malaeb" userId="469b1cc2f682dd7f" providerId="LiveId" clId="{F9E3AF0D-DA5D-44CD-9144-FF819748A1A8}" dt="2025-10-07T06:14:20.788" v="1953" actId="1076"/>
          <ac:picMkLst>
            <pc:docMk/>
            <pc:sldMk cId="3042336056" sldId="317"/>
            <ac:picMk id="7" creationId="{9CEC1FB3-A26A-6F5A-E2B6-01D7D156FB56}"/>
          </ac:picMkLst>
        </pc:picChg>
      </pc:sldChg>
      <pc:sldChg chg="del">
        <pc:chgData name="Sarah Malaeb" userId="469b1cc2f682dd7f" providerId="LiveId" clId="{F9E3AF0D-DA5D-44CD-9144-FF819748A1A8}" dt="2025-09-17T05:11:34.874" v="727" actId="47"/>
        <pc:sldMkLst>
          <pc:docMk/>
          <pc:sldMk cId="3481545913" sldId="317"/>
        </pc:sldMkLst>
      </pc:sldChg>
      <pc:sldChg chg="modSp del">
        <pc:chgData name="Sarah Malaeb" userId="469b1cc2f682dd7f" providerId="LiveId" clId="{F9E3AF0D-DA5D-44CD-9144-FF819748A1A8}" dt="2025-09-17T05:11:34.874" v="727" actId="47"/>
        <pc:sldMkLst>
          <pc:docMk/>
          <pc:sldMk cId="15367672" sldId="318"/>
        </pc:sldMkLst>
      </pc:sldChg>
      <pc:sldChg chg="add del">
        <pc:chgData name="Sarah Malaeb" userId="469b1cc2f682dd7f" providerId="LiveId" clId="{F9E3AF0D-DA5D-44CD-9144-FF819748A1A8}" dt="2025-10-07T05:47:45.205" v="1526" actId="47"/>
        <pc:sldMkLst>
          <pc:docMk/>
          <pc:sldMk cId="3909074140" sldId="318"/>
        </pc:sldMkLst>
      </pc:sldChg>
      <pc:sldChg chg="addSp modSp add mod">
        <pc:chgData name="Sarah Malaeb" userId="469b1cc2f682dd7f" providerId="LiveId" clId="{F9E3AF0D-DA5D-44CD-9144-FF819748A1A8}" dt="2025-10-07T06:06:09.526" v="1821"/>
        <pc:sldMkLst>
          <pc:docMk/>
          <pc:sldMk cId="3970706194" sldId="318"/>
        </pc:sldMkLst>
        <pc:spChg chg="mod">
          <ac:chgData name="Sarah Malaeb" userId="469b1cc2f682dd7f" providerId="LiveId" clId="{F9E3AF0D-DA5D-44CD-9144-FF819748A1A8}" dt="2025-10-07T06:05:50.196" v="1818" actId="6549"/>
          <ac:spMkLst>
            <pc:docMk/>
            <pc:sldMk cId="3970706194" sldId="318"/>
            <ac:spMk id="3" creationId="{149086C6-9B6E-BF28-B1CE-2D1DA278DDE5}"/>
          </ac:spMkLst>
        </pc:spChg>
        <pc:spChg chg="mod">
          <ac:chgData name="Sarah Malaeb" userId="469b1cc2f682dd7f" providerId="LiveId" clId="{F9E3AF0D-DA5D-44CD-9144-FF819748A1A8}" dt="2025-10-07T06:05:41.100" v="1816" actId="27636"/>
          <ac:spMkLst>
            <pc:docMk/>
            <pc:sldMk cId="3970706194" sldId="318"/>
            <ac:spMk id="6" creationId="{83BC68EC-8A8E-424B-D048-2163EB935107}"/>
          </ac:spMkLst>
        </pc:spChg>
        <pc:picChg chg="add mod">
          <ac:chgData name="Sarah Malaeb" userId="469b1cc2f682dd7f" providerId="LiveId" clId="{F9E3AF0D-DA5D-44CD-9144-FF819748A1A8}" dt="2025-10-07T06:05:56.871" v="1820" actId="1076"/>
          <ac:picMkLst>
            <pc:docMk/>
            <pc:sldMk cId="3970706194" sldId="318"/>
            <ac:picMk id="4" creationId="{9B8C0042-8A22-CA1E-8FB5-231DF679F9B6}"/>
          </ac:picMkLst>
        </pc:picChg>
        <pc:picChg chg="add mod">
          <ac:chgData name="Sarah Malaeb" userId="469b1cc2f682dd7f" providerId="LiveId" clId="{F9E3AF0D-DA5D-44CD-9144-FF819748A1A8}" dt="2025-10-07T06:06:09.526" v="1821"/>
          <ac:picMkLst>
            <pc:docMk/>
            <pc:sldMk cId="3970706194" sldId="318"/>
            <ac:picMk id="5" creationId="{ECCBE427-8347-C222-0670-AA8D5E4A111B}"/>
          </ac:picMkLst>
        </pc:picChg>
      </pc:sldChg>
      <pc:sldChg chg="addSp delSp modSp add mod">
        <pc:chgData name="Sarah Malaeb" userId="469b1cc2f682dd7f" providerId="LiveId" clId="{F9E3AF0D-DA5D-44CD-9144-FF819748A1A8}" dt="2025-10-07T06:10:41.079" v="1868" actId="6549"/>
        <pc:sldMkLst>
          <pc:docMk/>
          <pc:sldMk cId="2984729866" sldId="319"/>
        </pc:sldMkLst>
        <pc:spChg chg="mod">
          <ac:chgData name="Sarah Malaeb" userId="469b1cc2f682dd7f" providerId="LiveId" clId="{F9E3AF0D-DA5D-44CD-9144-FF819748A1A8}" dt="2025-10-07T06:10:41.079" v="1868" actId="6549"/>
          <ac:spMkLst>
            <pc:docMk/>
            <pc:sldMk cId="2984729866" sldId="319"/>
            <ac:spMk id="3" creationId="{A5D70B2C-8D9B-76D6-D9F7-61FF7F33CB9F}"/>
          </ac:spMkLst>
        </pc:spChg>
        <pc:spChg chg="add mod">
          <ac:chgData name="Sarah Malaeb" userId="469b1cc2f682dd7f" providerId="LiveId" clId="{F9E3AF0D-DA5D-44CD-9144-FF819748A1A8}" dt="2025-10-07T06:10:02.752" v="1858"/>
          <ac:spMkLst>
            <pc:docMk/>
            <pc:sldMk cId="2984729866" sldId="319"/>
            <ac:spMk id="4" creationId="{A5A47BF2-C8F6-CA2A-E74E-5A8112D55655}"/>
          </ac:spMkLst>
        </pc:spChg>
        <pc:spChg chg="add mod">
          <ac:chgData name="Sarah Malaeb" userId="469b1cc2f682dd7f" providerId="LiveId" clId="{F9E3AF0D-DA5D-44CD-9144-FF819748A1A8}" dt="2025-10-07T06:10:02.752" v="1858"/>
          <ac:spMkLst>
            <pc:docMk/>
            <pc:sldMk cId="2984729866" sldId="319"/>
            <ac:spMk id="5" creationId="{346D406E-94D3-6F3A-CA91-B84FD96261D5}"/>
          </ac:spMkLst>
        </pc:spChg>
        <pc:spChg chg="mod">
          <ac:chgData name="Sarah Malaeb" userId="469b1cc2f682dd7f" providerId="LiveId" clId="{F9E3AF0D-DA5D-44CD-9144-FF819748A1A8}" dt="2025-10-07T06:10:30.791" v="1865" actId="27636"/>
          <ac:spMkLst>
            <pc:docMk/>
            <pc:sldMk cId="2984729866" sldId="319"/>
            <ac:spMk id="6" creationId="{B00E6792-B558-46B1-2C0B-BA82E88001E1}"/>
          </ac:spMkLst>
        </pc:spChg>
        <pc:spChg chg="add mod">
          <ac:chgData name="Sarah Malaeb" userId="469b1cc2f682dd7f" providerId="LiveId" clId="{F9E3AF0D-DA5D-44CD-9144-FF819748A1A8}" dt="2025-10-07T06:09:54.963" v="1857"/>
          <ac:spMkLst>
            <pc:docMk/>
            <pc:sldMk cId="2984729866" sldId="319"/>
            <ac:spMk id="8" creationId="{C2A6A50E-2E53-75D0-F23B-987B9BB0FB05}"/>
          </ac:spMkLst>
        </pc:spChg>
        <pc:spChg chg="add mod">
          <ac:chgData name="Sarah Malaeb" userId="469b1cc2f682dd7f" providerId="LiveId" clId="{F9E3AF0D-DA5D-44CD-9144-FF819748A1A8}" dt="2025-10-07T06:09:54.963" v="1857"/>
          <ac:spMkLst>
            <pc:docMk/>
            <pc:sldMk cId="2984729866" sldId="319"/>
            <ac:spMk id="9" creationId="{2A49FD62-DCB1-1E8E-B4EB-67CA3154E815}"/>
          </ac:spMkLst>
        </pc:spChg>
        <pc:spChg chg="add mod">
          <ac:chgData name="Sarah Malaeb" userId="469b1cc2f682dd7f" providerId="LiveId" clId="{F9E3AF0D-DA5D-44CD-9144-FF819748A1A8}" dt="2025-10-07T06:10:35.400" v="1867" actId="20577"/>
          <ac:spMkLst>
            <pc:docMk/>
            <pc:sldMk cId="2984729866" sldId="319"/>
            <ac:spMk id="10" creationId="{5FEA5408-7C67-3AD1-999F-1BB62EB44236}"/>
          </ac:spMkLst>
        </pc:spChg>
        <pc:spChg chg="add del mod">
          <ac:chgData name="Sarah Malaeb" userId="469b1cc2f682dd7f" providerId="LiveId" clId="{F9E3AF0D-DA5D-44CD-9144-FF819748A1A8}" dt="2025-10-07T06:10:20.038" v="1861" actId="478"/>
          <ac:spMkLst>
            <pc:docMk/>
            <pc:sldMk cId="2984729866" sldId="319"/>
            <ac:spMk id="11" creationId="{C017B515-C124-11D8-92E4-71DA27B1E53A}"/>
          </ac:spMkLst>
        </pc:spChg>
        <pc:spChg chg="add mod">
          <ac:chgData name="Sarah Malaeb" userId="469b1cc2f682dd7f" providerId="LiveId" clId="{F9E3AF0D-DA5D-44CD-9144-FF819748A1A8}" dt="2025-10-07T06:10:10.583" v="1860" actId="1076"/>
          <ac:spMkLst>
            <pc:docMk/>
            <pc:sldMk cId="2984729866" sldId="319"/>
            <ac:spMk id="13" creationId="{C92D45C2-0A74-359C-7678-46B23DDB27A9}"/>
          </ac:spMkLst>
        </pc:spChg>
        <pc:spChg chg="add mod">
          <ac:chgData name="Sarah Malaeb" userId="469b1cc2f682dd7f" providerId="LiveId" clId="{F9E3AF0D-DA5D-44CD-9144-FF819748A1A8}" dt="2025-10-07T06:10:10.583" v="1860" actId="1076"/>
          <ac:spMkLst>
            <pc:docMk/>
            <pc:sldMk cId="2984729866" sldId="319"/>
            <ac:spMk id="14" creationId="{EEC063D1-6246-F08D-CB88-0B4F37B18BBA}"/>
          </ac:spMkLst>
        </pc:spChg>
        <pc:picChg chg="add mod">
          <ac:chgData name="Sarah Malaeb" userId="469b1cc2f682dd7f" providerId="LiveId" clId="{F9E3AF0D-DA5D-44CD-9144-FF819748A1A8}" dt="2025-10-07T06:09:54.963" v="1857"/>
          <ac:picMkLst>
            <pc:docMk/>
            <pc:sldMk cId="2984729866" sldId="319"/>
            <ac:picMk id="7" creationId="{E4930161-7E9C-75F6-4702-755104F0627D}"/>
          </ac:picMkLst>
        </pc:picChg>
        <pc:picChg chg="add mod">
          <ac:chgData name="Sarah Malaeb" userId="469b1cc2f682dd7f" providerId="LiveId" clId="{F9E3AF0D-DA5D-44CD-9144-FF819748A1A8}" dt="2025-10-07T06:10:10.583" v="1860" actId="1076"/>
          <ac:picMkLst>
            <pc:docMk/>
            <pc:sldMk cId="2984729866" sldId="319"/>
            <ac:picMk id="12" creationId="{5387900F-3B7A-C92D-078A-BF22304A4597}"/>
          </ac:picMkLst>
        </pc:picChg>
      </pc:sldChg>
      <pc:sldChg chg="add del">
        <pc:chgData name="Sarah Malaeb" userId="469b1cc2f682dd7f" providerId="LiveId" clId="{F9E3AF0D-DA5D-44CD-9144-FF819748A1A8}" dt="2025-10-07T05:47:45.813" v="1527" actId="47"/>
        <pc:sldMkLst>
          <pc:docMk/>
          <pc:sldMk cId="3426637518" sldId="319"/>
        </pc:sldMkLst>
      </pc:sldChg>
      <pc:sldChg chg="addSp modSp add mod">
        <pc:chgData name="Sarah Malaeb" userId="469b1cc2f682dd7f" providerId="LiveId" clId="{F9E3AF0D-DA5D-44CD-9144-FF819748A1A8}" dt="2025-10-07T06:11:24.400" v="1875"/>
        <pc:sldMkLst>
          <pc:docMk/>
          <pc:sldMk cId="1249770275" sldId="320"/>
        </pc:sldMkLst>
        <pc:spChg chg="mod">
          <ac:chgData name="Sarah Malaeb" userId="469b1cc2f682dd7f" providerId="LiveId" clId="{F9E3AF0D-DA5D-44CD-9144-FF819748A1A8}" dt="2025-10-07T06:11:19.969" v="1874" actId="12"/>
          <ac:spMkLst>
            <pc:docMk/>
            <pc:sldMk cId="1249770275" sldId="320"/>
            <ac:spMk id="3" creationId="{CB8FF6F0-E861-E90C-50D3-F4D6C4EB52A0}"/>
          </ac:spMkLst>
        </pc:spChg>
        <pc:spChg chg="mod">
          <ac:chgData name="Sarah Malaeb" userId="469b1cc2f682dd7f" providerId="LiveId" clId="{F9E3AF0D-DA5D-44CD-9144-FF819748A1A8}" dt="2025-10-07T06:11:04.164" v="1871" actId="20577"/>
          <ac:spMkLst>
            <pc:docMk/>
            <pc:sldMk cId="1249770275" sldId="320"/>
            <ac:spMk id="6" creationId="{BC07181B-02CA-1EA0-4DE8-A9C783C9BE07}"/>
          </ac:spMkLst>
        </pc:spChg>
        <pc:picChg chg="add mod">
          <ac:chgData name="Sarah Malaeb" userId="469b1cc2f682dd7f" providerId="LiveId" clId="{F9E3AF0D-DA5D-44CD-9144-FF819748A1A8}" dt="2025-10-07T06:11:24.400" v="1875"/>
          <ac:picMkLst>
            <pc:docMk/>
            <pc:sldMk cId="1249770275" sldId="320"/>
            <ac:picMk id="4" creationId="{1E967213-98F0-3CC6-218D-C825E9F0E6E3}"/>
          </ac:picMkLst>
        </pc:picChg>
      </pc:sldChg>
      <pc:sldChg chg="add del">
        <pc:chgData name="Sarah Malaeb" userId="469b1cc2f682dd7f" providerId="LiveId" clId="{F9E3AF0D-DA5D-44CD-9144-FF819748A1A8}" dt="2025-10-07T05:47:46.310" v="1528" actId="47"/>
        <pc:sldMkLst>
          <pc:docMk/>
          <pc:sldMk cId="2805907032" sldId="320"/>
        </pc:sldMkLst>
      </pc:sldChg>
      <pc:sldChg chg="addSp modSp add mod">
        <pc:chgData name="Sarah Malaeb" userId="469b1cc2f682dd7f" providerId="LiveId" clId="{F9E3AF0D-DA5D-44CD-9144-FF819748A1A8}" dt="2025-10-07T06:19:23.812" v="2006" actId="1076"/>
        <pc:sldMkLst>
          <pc:docMk/>
          <pc:sldMk cId="860270618" sldId="321"/>
        </pc:sldMkLst>
        <pc:spChg chg="mod">
          <ac:chgData name="Sarah Malaeb" userId="469b1cc2f682dd7f" providerId="LiveId" clId="{F9E3AF0D-DA5D-44CD-9144-FF819748A1A8}" dt="2025-10-07T06:18:49.188" v="1998" actId="14100"/>
          <ac:spMkLst>
            <pc:docMk/>
            <pc:sldMk cId="860270618" sldId="321"/>
            <ac:spMk id="3" creationId="{8F963BC3-FB0D-7931-0D69-06769D046F0B}"/>
          </ac:spMkLst>
        </pc:spChg>
        <pc:spChg chg="mod">
          <ac:chgData name="Sarah Malaeb" userId="469b1cc2f682dd7f" providerId="LiveId" clId="{F9E3AF0D-DA5D-44CD-9144-FF819748A1A8}" dt="2025-10-07T06:11:43.518" v="1878" actId="20577"/>
          <ac:spMkLst>
            <pc:docMk/>
            <pc:sldMk cId="860270618" sldId="321"/>
            <ac:spMk id="6" creationId="{781595A3-0E98-0E48-DAA6-3CD3F7E8D4AE}"/>
          </ac:spMkLst>
        </pc:spChg>
        <pc:spChg chg="add mod">
          <ac:chgData name="Sarah Malaeb" userId="469b1cc2f682dd7f" providerId="LiveId" clId="{F9E3AF0D-DA5D-44CD-9144-FF819748A1A8}" dt="2025-10-07T06:19:18.214" v="2005" actId="14100"/>
          <ac:spMkLst>
            <pc:docMk/>
            <pc:sldMk cId="860270618" sldId="321"/>
            <ac:spMk id="8" creationId="{255C6AE3-0137-B7E8-6F25-EACB8AD65865}"/>
          </ac:spMkLst>
        </pc:spChg>
        <pc:picChg chg="add mod">
          <ac:chgData name="Sarah Malaeb" userId="469b1cc2f682dd7f" providerId="LiveId" clId="{F9E3AF0D-DA5D-44CD-9144-FF819748A1A8}" dt="2025-10-07T06:18:56.958" v="2001" actId="1076"/>
          <ac:picMkLst>
            <pc:docMk/>
            <pc:sldMk cId="860270618" sldId="321"/>
            <ac:picMk id="4" creationId="{5AD3C91C-C1F1-933D-BBF7-F0B58D9F1B5D}"/>
          </ac:picMkLst>
        </pc:picChg>
        <pc:picChg chg="add mod">
          <ac:chgData name="Sarah Malaeb" userId="469b1cc2f682dd7f" providerId="LiveId" clId="{F9E3AF0D-DA5D-44CD-9144-FF819748A1A8}" dt="2025-10-07T06:19:23.812" v="2006" actId="1076"/>
          <ac:picMkLst>
            <pc:docMk/>
            <pc:sldMk cId="860270618" sldId="321"/>
            <ac:picMk id="5" creationId="{0E707252-8695-F91D-0E67-2266A0E5327D}"/>
          </ac:picMkLst>
        </pc:picChg>
      </pc:sldChg>
      <pc:sldChg chg="add del">
        <pc:chgData name="Sarah Malaeb" userId="469b1cc2f682dd7f" providerId="LiveId" clId="{F9E3AF0D-DA5D-44CD-9144-FF819748A1A8}" dt="2025-10-07T05:47:46.787" v="1529" actId="47"/>
        <pc:sldMkLst>
          <pc:docMk/>
          <pc:sldMk cId="1640601461" sldId="321"/>
        </pc:sldMkLst>
      </pc:sldChg>
      <pc:sldChg chg="del">
        <pc:chgData name="Sarah Malaeb" userId="469b1cc2f682dd7f" providerId="LiveId" clId="{F9E3AF0D-DA5D-44CD-9144-FF819748A1A8}" dt="2025-09-17T05:11:34.874" v="727" actId="47"/>
        <pc:sldMkLst>
          <pc:docMk/>
          <pc:sldMk cId="4230571604" sldId="321"/>
        </pc:sldMkLst>
      </pc:sldChg>
      <pc:sldChg chg="add del">
        <pc:chgData name="Sarah Malaeb" userId="469b1cc2f682dd7f" providerId="LiveId" clId="{F9E3AF0D-DA5D-44CD-9144-FF819748A1A8}" dt="2025-10-07T05:47:47.307" v="1530" actId="47"/>
        <pc:sldMkLst>
          <pc:docMk/>
          <pc:sldMk cId="101256886" sldId="322"/>
        </pc:sldMkLst>
      </pc:sldChg>
      <pc:sldChg chg="del">
        <pc:chgData name="Sarah Malaeb" userId="469b1cc2f682dd7f" providerId="LiveId" clId="{F9E3AF0D-DA5D-44CD-9144-FF819748A1A8}" dt="2025-09-17T05:11:34.874" v="727" actId="47"/>
        <pc:sldMkLst>
          <pc:docMk/>
          <pc:sldMk cId="1214679067" sldId="322"/>
        </pc:sldMkLst>
      </pc:sldChg>
      <pc:sldChg chg="addSp modSp add del">
        <pc:chgData name="Sarah Malaeb" userId="469b1cc2f682dd7f" providerId="LiveId" clId="{F9E3AF0D-DA5D-44CD-9144-FF819748A1A8}" dt="2025-10-07T06:20:02.831" v="2011" actId="47"/>
        <pc:sldMkLst>
          <pc:docMk/>
          <pc:sldMk cId="2770760152" sldId="322"/>
        </pc:sldMkLst>
        <pc:picChg chg="add mod">
          <ac:chgData name="Sarah Malaeb" userId="469b1cc2f682dd7f" providerId="LiveId" clId="{F9E3AF0D-DA5D-44CD-9144-FF819748A1A8}" dt="2025-10-07T06:19:39.260" v="2008" actId="1076"/>
          <ac:picMkLst>
            <pc:docMk/>
            <pc:sldMk cId="2770760152" sldId="322"/>
            <ac:picMk id="4" creationId="{CEEC63CF-AA65-4147-51D0-5D2F9971B2AA}"/>
          </ac:picMkLst>
        </pc:picChg>
      </pc:sldChg>
      <pc:sldChg chg="add del">
        <pc:chgData name="Sarah Malaeb" userId="469b1cc2f682dd7f" providerId="LiveId" clId="{F9E3AF0D-DA5D-44CD-9144-FF819748A1A8}" dt="2025-10-07T05:47:47.831" v="1531" actId="47"/>
        <pc:sldMkLst>
          <pc:docMk/>
          <pc:sldMk cId="2363701127" sldId="323"/>
        </pc:sldMkLst>
      </pc:sldChg>
      <pc:sldChg chg="del">
        <pc:chgData name="Sarah Malaeb" userId="469b1cc2f682dd7f" providerId="LiveId" clId="{F9E3AF0D-DA5D-44CD-9144-FF819748A1A8}" dt="2025-09-17T05:11:34.874" v="727" actId="47"/>
        <pc:sldMkLst>
          <pc:docMk/>
          <pc:sldMk cId="2841937770" sldId="323"/>
        </pc:sldMkLst>
      </pc:sldChg>
      <pc:sldChg chg="add del">
        <pc:chgData name="Sarah Malaeb" userId="469b1cc2f682dd7f" providerId="LiveId" clId="{F9E3AF0D-DA5D-44CD-9144-FF819748A1A8}" dt="2025-10-07T06:20:01.767" v="2010" actId="47"/>
        <pc:sldMkLst>
          <pc:docMk/>
          <pc:sldMk cId="3656809796" sldId="323"/>
        </pc:sldMkLst>
      </pc:sldChg>
      <pc:sldChg chg="add del">
        <pc:chgData name="Sarah Malaeb" userId="469b1cc2f682dd7f" providerId="LiveId" clId="{F9E3AF0D-DA5D-44CD-9144-FF819748A1A8}" dt="2025-10-07T06:20:00.826" v="2009" actId="47"/>
        <pc:sldMkLst>
          <pc:docMk/>
          <pc:sldMk cId="334998629" sldId="324"/>
        </pc:sldMkLst>
      </pc:sldChg>
      <pc:sldChg chg="add del">
        <pc:chgData name="Sarah Malaeb" userId="469b1cc2f682dd7f" providerId="LiveId" clId="{F9E3AF0D-DA5D-44CD-9144-FF819748A1A8}" dt="2025-10-07T05:47:49.233" v="1532" actId="47"/>
        <pc:sldMkLst>
          <pc:docMk/>
          <pc:sldMk cId="2262196356" sldId="324"/>
        </pc:sldMkLst>
      </pc:sldChg>
      <pc:sldChg chg="del">
        <pc:chgData name="Sarah Malaeb" userId="469b1cc2f682dd7f" providerId="LiveId" clId="{F9E3AF0D-DA5D-44CD-9144-FF819748A1A8}" dt="2025-09-17T05:11:34.874" v="727" actId="47"/>
        <pc:sldMkLst>
          <pc:docMk/>
          <pc:sldMk cId="152230433" sldId="325"/>
        </pc:sldMkLst>
      </pc:sldChg>
      <pc:sldChg chg="addSp delSp modSp add mod ord">
        <pc:chgData name="Sarah Malaeb" userId="469b1cc2f682dd7f" providerId="LiveId" clId="{F9E3AF0D-DA5D-44CD-9144-FF819748A1A8}" dt="2025-10-07T05:53:20.290" v="1641" actId="115"/>
        <pc:sldMkLst>
          <pc:docMk/>
          <pc:sldMk cId="510089345" sldId="325"/>
        </pc:sldMkLst>
        <pc:spChg chg="del">
          <ac:chgData name="Sarah Malaeb" userId="469b1cc2f682dd7f" providerId="LiveId" clId="{F9E3AF0D-DA5D-44CD-9144-FF819748A1A8}" dt="2025-10-07T05:52:52.185" v="1634" actId="478"/>
          <ac:spMkLst>
            <pc:docMk/>
            <pc:sldMk cId="510089345" sldId="325"/>
            <ac:spMk id="3" creationId="{5CF43DD8-8204-AAF7-230B-9CA777ECB5E2}"/>
          </ac:spMkLst>
        </pc:spChg>
        <pc:spChg chg="mod">
          <ac:chgData name="Sarah Malaeb" userId="469b1cc2f682dd7f" providerId="LiveId" clId="{F9E3AF0D-DA5D-44CD-9144-FF819748A1A8}" dt="2025-10-07T05:53:20.290" v="1641" actId="115"/>
          <ac:spMkLst>
            <pc:docMk/>
            <pc:sldMk cId="510089345" sldId="325"/>
            <ac:spMk id="6" creationId="{B53AC423-3996-DC76-3FA2-2F8CB2E015F9}"/>
          </ac:spMkLst>
        </pc:spChg>
        <pc:spChg chg="add del mod">
          <ac:chgData name="Sarah Malaeb" userId="469b1cc2f682dd7f" providerId="LiveId" clId="{F9E3AF0D-DA5D-44CD-9144-FF819748A1A8}" dt="2025-10-07T05:52:53.902" v="1635" actId="478"/>
          <ac:spMkLst>
            <pc:docMk/>
            <pc:sldMk cId="510089345" sldId="325"/>
            <ac:spMk id="7" creationId="{ECFD077A-A533-B027-ABAE-7898C0471420}"/>
          </ac:spMkLst>
        </pc:spChg>
        <pc:spChg chg="add mod">
          <ac:chgData name="Sarah Malaeb" userId="469b1cc2f682dd7f" providerId="LiveId" clId="{F9E3AF0D-DA5D-44CD-9144-FF819748A1A8}" dt="2025-10-07T05:53:14.989" v="1640" actId="1076"/>
          <ac:spMkLst>
            <pc:docMk/>
            <pc:sldMk cId="510089345" sldId="325"/>
            <ac:spMk id="11" creationId="{7955599C-32EF-3642-7AB1-072B75EAA55B}"/>
          </ac:spMkLst>
        </pc:spChg>
        <pc:spChg chg="add mod">
          <ac:chgData name="Sarah Malaeb" userId="469b1cc2f682dd7f" providerId="LiveId" clId="{F9E3AF0D-DA5D-44CD-9144-FF819748A1A8}" dt="2025-10-07T05:53:14.989" v="1640" actId="1076"/>
          <ac:spMkLst>
            <pc:docMk/>
            <pc:sldMk cId="510089345" sldId="325"/>
            <ac:spMk id="12" creationId="{9E8683E1-9C28-7851-E33A-E975259BF43F}"/>
          </ac:spMkLst>
        </pc:spChg>
        <pc:spChg chg="add mod">
          <ac:chgData name="Sarah Malaeb" userId="469b1cc2f682dd7f" providerId="LiveId" clId="{F9E3AF0D-DA5D-44CD-9144-FF819748A1A8}" dt="2025-10-07T05:53:14.989" v="1640" actId="1076"/>
          <ac:spMkLst>
            <pc:docMk/>
            <pc:sldMk cId="510089345" sldId="325"/>
            <ac:spMk id="13" creationId="{39779262-5A76-6CD5-E3D1-0E7711D3B7C5}"/>
          </ac:spMkLst>
        </pc:spChg>
        <pc:spChg chg="add mod">
          <ac:chgData name="Sarah Malaeb" userId="469b1cc2f682dd7f" providerId="LiveId" clId="{F9E3AF0D-DA5D-44CD-9144-FF819748A1A8}" dt="2025-10-07T05:53:14.989" v="1640" actId="1076"/>
          <ac:spMkLst>
            <pc:docMk/>
            <pc:sldMk cId="510089345" sldId="325"/>
            <ac:spMk id="14" creationId="{912398FE-2AD9-A145-D278-8A53EED0A8C2}"/>
          </ac:spMkLst>
        </pc:spChg>
        <pc:spChg chg="add mod">
          <ac:chgData name="Sarah Malaeb" userId="469b1cc2f682dd7f" providerId="LiveId" clId="{F9E3AF0D-DA5D-44CD-9144-FF819748A1A8}" dt="2025-10-07T05:53:14.989" v="1640" actId="1076"/>
          <ac:spMkLst>
            <pc:docMk/>
            <pc:sldMk cId="510089345" sldId="325"/>
            <ac:spMk id="16" creationId="{5AA2034A-2351-6297-D7F4-81ADD409B5E9}"/>
          </ac:spMkLst>
        </pc:spChg>
        <pc:spChg chg="add mod">
          <ac:chgData name="Sarah Malaeb" userId="469b1cc2f682dd7f" providerId="LiveId" clId="{F9E3AF0D-DA5D-44CD-9144-FF819748A1A8}" dt="2025-10-07T05:53:14.989" v="1640" actId="1076"/>
          <ac:spMkLst>
            <pc:docMk/>
            <pc:sldMk cId="510089345" sldId="325"/>
            <ac:spMk id="17" creationId="{F835387A-5EC7-B6A5-41EE-0B8AAD8B7EE9}"/>
          </ac:spMkLst>
        </pc:spChg>
        <pc:spChg chg="add mod">
          <ac:chgData name="Sarah Malaeb" userId="469b1cc2f682dd7f" providerId="LiveId" clId="{F9E3AF0D-DA5D-44CD-9144-FF819748A1A8}" dt="2025-10-07T05:53:14.989" v="1640" actId="1076"/>
          <ac:spMkLst>
            <pc:docMk/>
            <pc:sldMk cId="510089345" sldId="325"/>
            <ac:spMk id="18" creationId="{A84C54E0-3833-A81C-9811-C04D6CB207C8}"/>
          </ac:spMkLst>
        </pc:spChg>
        <pc:spChg chg="add mod">
          <ac:chgData name="Sarah Malaeb" userId="469b1cc2f682dd7f" providerId="LiveId" clId="{F9E3AF0D-DA5D-44CD-9144-FF819748A1A8}" dt="2025-10-07T05:53:14.989" v="1640" actId="1076"/>
          <ac:spMkLst>
            <pc:docMk/>
            <pc:sldMk cId="510089345" sldId="325"/>
            <ac:spMk id="19" creationId="{4460319A-32E7-30F2-5519-8947C7D09C6E}"/>
          </ac:spMkLst>
        </pc:spChg>
        <pc:picChg chg="del">
          <ac:chgData name="Sarah Malaeb" userId="469b1cc2f682dd7f" providerId="LiveId" clId="{F9E3AF0D-DA5D-44CD-9144-FF819748A1A8}" dt="2025-10-07T05:52:54.701" v="1636" actId="478"/>
          <ac:picMkLst>
            <pc:docMk/>
            <pc:sldMk cId="510089345" sldId="325"/>
            <ac:picMk id="5" creationId="{F00BB238-136F-5256-7F89-C4D7BE23C6F9}"/>
          </ac:picMkLst>
        </pc:picChg>
        <pc:picChg chg="del">
          <ac:chgData name="Sarah Malaeb" userId="469b1cc2f682dd7f" providerId="LiveId" clId="{F9E3AF0D-DA5D-44CD-9144-FF819748A1A8}" dt="2025-10-07T05:52:56.230" v="1638" actId="478"/>
          <ac:picMkLst>
            <pc:docMk/>
            <pc:sldMk cId="510089345" sldId="325"/>
            <ac:picMk id="8" creationId="{E5FB1133-7073-3ACA-7DAA-0FA8CADF14EE}"/>
          </ac:picMkLst>
        </pc:picChg>
        <pc:picChg chg="del">
          <ac:chgData name="Sarah Malaeb" userId="469b1cc2f682dd7f" providerId="LiveId" clId="{F9E3AF0D-DA5D-44CD-9144-FF819748A1A8}" dt="2025-10-07T05:52:55.358" v="1637" actId="478"/>
          <ac:picMkLst>
            <pc:docMk/>
            <pc:sldMk cId="510089345" sldId="325"/>
            <ac:picMk id="9" creationId="{7486D394-B8DB-2B69-8A94-5D0972A9B2EE}"/>
          </ac:picMkLst>
        </pc:picChg>
        <pc:picChg chg="add mod">
          <ac:chgData name="Sarah Malaeb" userId="469b1cc2f682dd7f" providerId="LiveId" clId="{F9E3AF0D-DA5D-44CD-9144-FF819748A1A8}" dt="2025-10-07T05:53:14.989" v="1640" actId="1076"/>
          <ac:picMkLst>
            <pc:docMk/>
            <pc:sldMk cId="510089345" sldId="325"/>
            <ac:picMk id="10" creationId="{2D1690EC-6343-D053-78EA-F1CF153C81F4}"/>
          </ac:picMkLst>
        </pc:picChg>
        <pc:cxnChg chg="add mod">
          <ac:chgData name="Sarah Malaeb" userId="469b1cc2f682dd7f" providerId="LiveId" clId="{F9E3AF0D-DA5D-44CD-9144-FF819748A1A8}" dt="2025-10-07T05:53:14.989" v="1640" actId="1076"/>
          <ac:cxnSpMkLst>
            <pc:docMk/>
            <pc:sldMk cId="510089345" sldId="325"/>
            <ac:cxnSpMk id="15" creationId="{28E288E6-4C57-CB75-B519-C57B079BB099}"/>
          </ac:cxnSpMkLst>
        </pc:cxnChg>
      </pc:sldChg>
      <pc:sldChg chg="add del">
        <pc:chgData name="Sarah Malaeb" userId="469b1cc2f682dd7f" providerId="LiveId" clId="{F9E3AF0D-DA5D-44CD-9144-FF819748A1A8}" dt="2025-10-07T05:52:44.911" v="1631"/>
        <pc:sldMkLst>
          <pc:docMk/>
          <pc:sldMk cId="236116518" sldId="326"/>
        </pc:sldMkLst>
      </pc:sldChg>
      <pc:sldChg chg="addSp modSp add mod">
        <pc:chgData name="Sarah Malaeb" userId="469b1cc2f682dd7f" providerId="LiveId" clId="{F9E3AF0D-DA5D-44CD-9144-FF819748A1A8}" dt="2025-10-07T06:01:12.890" v="1736" actId="12"/>
        <pc:sldMkLst>
          <pc:docMk/>
          <pc:sldMk cId="2139995763" sldId="326"/>
        </pc:sldMkLst>
        <pc:spChg chg="mod">
          <ac:chgData name="Sarah Malaeb" userId="469b1cc2f682dd7f" providerId="LiveId" clId="{F9E3AF0D-DA5D-44CD-9144-FF819748A1A8}" dt="2025-10-07T06:01:12.890" v="1736" actId="12"/>
          <ac:spMkLst>
            <pc:docMk/>
            <pc:sldMk cId="2139995763" sldId="326"/>
            <ac:spMk id="3" creationId="{6008BCE9-9612-8D97-280D-02A8A84D8F51}"/>
          </ac:spMkLst>
        </pc:spChg>
        <pc:spChg chg="mod">
          <ac:chgData name="Sarah Malaeb" userId="469b1cc2f682dd7f" providerId="LiveId" clId="{F9E3AF0D-DA5D-44CD-9144-FF819748A1A8}" dt="2025-10-07T05:59:07.204" v="1716" actId="27636"/>
          <ac:spMkLst>
            <pc:docMk/>
            <pc:sldMk cId="2139995763" sldId="326"/>
            <ac:spMk id="6" creationId="{C3809A37-EC49-4983-3CC7-0A9499293857}"/>
          </ac:spMkLst>
        </pc:spChg>
        <pc:picChg chg="add mod">
          <ac:chgData name="Sarah Malaeb" userId="469b1cc2f682dd7f" providerId="LiveId" clId="{F9E3AF0D-DA5D-44CD-9144-FF819748A1A8}" dt="2025-10-07T05:59:50.333" v="1731"/>
          <ac:picMkLst>
            <pc:docMk/>
            <pc:sldMk cId="2139995763" sldId="326"/>
            <ac:picMk id="4" creationId="{E910E8D4-CCAB-7C3D-4942-5535A8928540}"/>
          </ac:picMkLst>
        </pc:picChg>
      </pc:sldChg>
      <pc:sldChg chg="del">
        <pc:chgData name="Sarah Malaeb" userId="469b1cc2f682dd7f" providerId="LiveId" clId="{F9E3AF0D-DA5D-44CD-9144-FF819748A1A8}" dt="2025-09-17T05:11:34.874" v="727" actId="47"/>
        <pc:sldMkLst>
          <pc:docMk/>
          <pc:sldMk cId="3519768010" sldId="326"/>
        </pc:sldMkLst>
      </pc:sldChg>
      <pc:sldChg chg="modSp add mod">
        <pc:chgData name="Sarah Malaeb" userId="469b1cc2f682dd7f" providerId="LiveId" clId="{F9E3AF0D-DA5D-44CD-9144-FF819748A1A8}" dt="2025-10-07T06:02:31.384" v="1787" actId="27636"/>
        <pc:sldMkLst>
          <pc:docMk/>
          <pc:sldMk cId="3728723472" sldId="327"/>
        </pc:sldMkLst>
        <pc:spChg chg="mod">
          <ac:chgData name="Sarah Malaeb" userId="469b1cc2f682dd7f" providerId="LiveId" clId="{F9E3AF0D-DA5D-44CD-9144-FF819748A1A8}" dt="2025-10-07T06:02:31.384" v="1787" actId="27636"/>
          <ac:spMkLst>
            <pc:docMk/>
            <pc:sldMk cId="3728723472" sldId="327"/>
            <ac:spMk id="3" creationId="{A6B9F037-CCAD-FD64-1ADC-2586F9F8D656}"/>
          </ac:spMkLst>
        </pc:spChg>
        <pc:picChg chg="mod">
          <ac:chgData name="Sarah Malaeb" userId="469b1cc2f682dd7f" providerId="LiveId" clId="{F9E3AF0D-DA5D-44CD-9144-FF819748A1A8}" dt="2025-10-07T06:02:25.290" v="1785" actId="1076"/>
          <ac:picMkLst>
            <pc:docMk/>
            <pc:sldMk cId="3728723472" sldId="327"/>
            <ac:picMk id="4" creationId="{DB530B37-CFBF-13F9-9462-C0D546AFE7AD}"/>
          </ac:picMkLst>
        </pc:picChg>
      </pc:sldChg>
      <pc:sldChg chg="del">
        <pc:chgData name="Sarah Malaeb" userId="469b1cc2f682dd7f" providerId="LiveId" clId="{F9E3AF0D-DA5D-44CD-9144-FF819748A1A8}" dt="2025-09-17T05:11:34.874" v="727" actId="47"/>
        <pc:sldMkLst>
          <pc:docMk/>
          <pc:sldMk cId="4161125124" sldId="328"/>
        </pc:sldMkLst>
      </pc:sldChg>
      <pc:sldChg chg="addSp delSp modSp add mod">
        <pc:chgData name="Sarah Malaeb" userId="469b1cc2f682dd7f" providerId="LiveId" clId="{F9E3AF0D-DA5D-44CD-9144-FF819748A1A8}" dt="2025-10-07T06:03:55.464" v="1798" actId="113"/>
        <pc:sldMkLst>
          <pc:docMk/>
          <pc:sldMk cId="4193091035" sldId="328"/>
        </pc:sldMkLst>
        <pc:spChg chg="mod">
          <ac:chgData name="Sarah Malaeb" userId="469b1cc2f682dd7f" providerId="LiveId" clId="{F9E3AF0D-DA5D-44CD-9144-FF819748A1A8}" dt="2025-10-07T06:03:55.464" v="1798" actId="113"/>
          <ac:spMkLst>
            <pc:docMk/>
            <pc:sldMk cId="4193091035" sldId="328"/>
            <ac:spMk id="3" creationId="{9FD869D2-B532-39C3-9F95-14915F70A495}"/>
          </ac:spMkLst>
        </pc:spChg>
        <pc:picChg chg="del">
          <ac:chgData name="Sarah Malaeb" userId="469b1cc2f682dd7f" providerId="LiveId" clId="{F9E3AF0D-DA5D-44CD-9144-FF819748A1A8}" dt="2025-10-07T06:03:15.745" v="1790" actId="478"/>
          <ac:picMkLst>
            <pc:docMk/>
            <pc:sldMk cId="4193091035" sldId="328"/>
            <ac:picMk id="4" creationId="{05950AC6-11A6-67B5-0F89-D643E6EC9B41}"/>
          </ac:picMkLst>
        </pc:picChg>
        <pc:picChg chg="add del mod">
          <ac:chgData name="Sarah Malaeb" userId="469b1cc2f682dd7f" providerId="LiveId" clId="{F9E3AF0D-DA5D-44CD-9144-FF819748A1A8}" dt="2025-10-07T06:03:36.938" v="1793" actId="478"/>
          <ac:picMkLst>
            <pc:docMk/>
            <pc:sldMk cId="4193091035" sldId="328"/>
            <ac:picMk id="5" creationId="{F9259F80-5C4A-20C4-DAFC-D6ACBC2EB62D}"/>
          </ac:picMkLst>
        </pc:picChg>
        <pc:picChg chg="add mod">
          <ac:chgData name="Sarah Malaeb" userId="469b1cc2f682dd7f" providerId="LiveId" clId="{F9E3AF0D-DA5D-44CD-9144-FF819748A1A8}" dt="2025-10-07T06:03:44.763" v="1795" actId="1076"/>
          <ac:picMkLst>
            <pc:docMk/>
            <pc:sldMk cId="4193091035" sldId="328"/>
            <ac:picMk id="7" creationId="{4CAFD57C-C0BF-9BAB-1410-41A0C056CC9A}"/>
          </ac:picMkLst>
        </pc:picChg>
      </pc:sldChg>
      <pc:sldChg chg="addSp delSp modSp add mod">
        <pc:chgData name="Sarah Malaeb" userId="469b1cc2f682dd7f" providerId="LiveId" clId="{F9E3AF0D-DA5D-44CD-9144-FF819748A1A8}" dt="2025-10-07T06:06:45.625" v="1829" actId="1076"/>
        <pc:sldMkLst>
          <pc:docMk/>
          <pc:sldMk cId="2327914516" sldId="329"/>
        </pc:sldMkLst>
        <pc:spChg chg="mod">
          <ac:chgData name="Sarah Malaeb" userId="469b1cc2f682dd7f" providerId="LiveId" clId="{F9E3AF0D-DA5D-44CD-9144-FF819748A1A8}" dt="2025-10-07T06:06:43.268" v="1828" actId="14100"/>
          <ac:spMkLst>
            <pc:docMk/>
            <pc:sldMk cId="2327914516" sldId="329"/>
            <ac:spMk id="3" creationId="{966BA44B-509F-BC2E-14EC-5D1B7D6EC01E}"/>
          </ac:spMkLst>
        </pc:spChg>
        <pc:picChg chg="del">
          <ac:chgData name="Sarah Malaeb" userId="469b1cc2f682dd7f" providerId="LiveId" clId="{F9E3AF0D-DA5D-44CD-9144-FF819748A1A8}" dt="2025-10-07T06:06:32.173" v="1826" actId="478"/>
          <ac:picMkLst>
            <pc:docMk/>
            <pc:sldMk cId="2327914516" sldId="329"/>
            <ac:picMk id="4" creationId="{E3C16081-9F3C-4A9F-60BF-E699A843FD6C}"/>
          </ac:picMkLst>
        </pc:picChg>
        <pc:picChg chg="add mod">
          <ac:chgData name="Sarah Malaeb" userId="469b1cc2f682dd7f" providerId="LiveId" clId="{F9E3AF0D-DA5D-44CD-9144-FF819748A1A8}" dt="2025-10-07T06:06:45.625" v="1829" actId="1076"/>
          <ac:picMkLst>
            <pc:docMk/>
            <pc:sldMk cId="2327914516" sldId="329"/>
            <ac:picMk id="5" creationId="{A2CC11CB-D0F1-5D2C-D006-0C852662E509}"/>
          </ac:picMkLst>
        </pc:picChg>
        <pc:picChg chg="add mod">
          <ac:chgData name="Sarah Malaeb" userId="469b1cc2f682dd7f" providerId="LiveId" clId="{F9E3AF0D-DA5D-44CD-9144-FF819748A1A8}" dt="2025-10-07T06:06:37.855" v="1827"/>
          <ac:picMkLst>
            <pc:docMk/>
            <pc:sldMk cId="2327914516" sldId="329"/>
            <ac:picMk id="7" creationId="{2E2FC302-0F69-FEC4-7B5C-18695FD479E8}"/>
          </ac:picMkLst>
        </pc:picChg>
      </pc:sldChg>
      <pc:sldChg chg="addSp modSp del mod">
        <pc:chgData name="Sarah Malaeb" userId="469b1cc2f682dd7f" providerId="LiveId" clId="{F9E3AF0D-DA5D-44CD-9144-FF819748A1A8}" dt="2025-09-17T05:11:34.874" v="727" actId="47"/>
        <pc:sldMkLst>
          <pc:docMk/>
          <pc:sldMk cId="68744660" sldId="330"/>
        </pc:sldMkLst>
      </pc:sldChg>
      <pc:sldChg chg="addSp delSp modSp add mod">
        <pc:chgData name="Sarah Malaeb" userId="469b1cc2f682dd7f" providerId="LiveId" clId="{F9E3AF0D-DA5D-44CD-9144-FF819748A1A8}" dt="2025-10-07T06:07:42.767" v="1842" actId="207"/>
        <pc:sldMkLst>
          <pc:docMk/>
          <pc:sldMk cId="203396987" sldId="330"/>
        </pc:sldMkLst>
        <pc:spChg chg="mod">
          <ac:chgData name="Sarah Malaeb" userId="469b1cc2f682dd7f" providerId="LiveId" clId="{F9E3AF0D-DA5D-44CD-9144-FF819748A1A8}" dt="2025-10-07T06:07:31.138" v="1839" actId="14100"/>
          <ac:spMkLst>
            <pc:docMk/>
            <pc:sldMk cId="203396987" sldId="330"/>
            <ac:spMk id="3" creationId="{4A169E9C-81FC-812F-CBA1-1AA2C384921A}"/>
          </ac:spMkLst>
        </pc:spChg>
        <pc:spChg chg="add mod">
          <ac:chgData name="Sarah Malaeb" userId="469b1cc2f682dd7f" providerId="LiveId" clId="{F9E3AF0D-DA5D-44CD-9144-FF819748A1A8}" dt="2025-10-07T06:07:42.767" v="1842" actId="207"/>
          <ac:spMkLst>
            <pc:docMk/>
            <pc:sldMk cId="203396987" sldId="330"/>
            <ac:spMk id="8" creationId="{423BDF43-1FFA-731F-51E9-07F03FE1345F}"/>
          </ac:spMkLst>
        </pc:spChg>
        <pc:picChg chg="del">
          <ac:chgData name="Sarah Malaeb" userId="469b1cc2f682dd7f" providerId="LiveId" clId="{F9E3AF0D-DA5D-44CD-9144-FF819748A1A8}" dt="2025-10-07T06:07:09.493" v="1832" actId="478"/>
          <ac:picMkLst>
            <pc:docMk/>
            <pc:sldMk cId="203396987" sldId="330"/>
            <ac:picMk id="4" creationId="{43682448-7649-2AA7-3032-22ED8A2B3667}"/>
          </ac:picMkLst>
        </pc:picChg>
        <pc:picChg chg="add mod">
          <ac:chgData name="Sarah Malaeb" userId="469b1cc2f682dd7f" providerId="LiveId" clId="{F9E3AF0D-DA5D-44CD-9144-FF819748A1A8}" dt="2025-10-07T06:07:21.377" v="1834" actId="1076"/>
          <ac:picMkLst>
            <pc:docMk/>
            <pc:sldMk cId="203396987" sldId="330"/>
            <ac:picMk id="5" creationId="{F86B5603-0847-10C3-B96F-59CB69C0775D}"/>
          </ac:picMkLst>
        </pc:picChg>
        <pc:picChg chg="add mod">
          <ac:chgData name="Sarah Malaeb" userId="469b1cc2f682dd7f" providerId="LiveId" clId="{F9E3AF0D-DA5D-44CD-9144-FF819748A1A8}" dt="2025-10-07T06:07:34.934" v="1840" actId="1076"/>
          <ac:picMkLst>
            <pc:docMk/>
            <pc:sldMk cId="203396987" sldId="330"/>
            <ac:picMk id="7" creationId="{97A81749-213B-3133-6CB1-78EEF2F7B235}"/>
          </ac:picMkLst>
        </pc:picChg>
      </pc:sldChg>
      <pc:sldChg chg="addSp modSp del mod">
        <pc:chgData name="Sarah Malaeb" userId="469b1cc2f682dd7f" providerId="LiveId" clId="{F9E3AF0D-DA5D-44CD-9144-FF819748A1A8}" dt="2025-09-17T05:11:34.874" v="727" actId="47"/>
        <pc:sldMkLst>
          <pc:docMk/>
          <pc:sldMk cId="41323730" sldId="331"/>
        </pc:sldMkLst>
      </pc:sldChg>
      <pc:sldChg chg="addSp delSp modSp add mod">
        <pc:chgData name="Sarah Malaeb" userId="469b1cc2f682dd7f" providerId="LiveId" clId="{F9E3AF0D-DA5D-44CD-9144-FF819748A1A8}" dt="2025-10-07T06:08:33.696" v="1856" actId="1076"/>
        <pc:sldMkLst>
          <pc:docMk/>
          <pc:sldMk cId="3053759434" sldId="331"/>
        </pc:sldMkLst>
        <pc:spChg chg="mod">
          <ac:chgData name="Sarah Malaeb" userId="469b1cc2f682dd7f" providerId="LiveId" clId="{F9E3AF0D-DA5D-44CD-9144-FF819748A1A8}" dt="2025-10-07T06:07:57.165" v="1847" actId="20577"/>
          <ac:spMkLst>
            <pc:docMk/>
            <pc:sldMk cId="3053759434" sldId="331"/>
            <ac:spMk id="3" creationId="{E59E0C1E-B7A8-DCD7-AD9A-CC3E4307AD2F}"/>
          </ac:spMkLst>
        </pc:spChg>
        <pc:spChg chg="add mod">
          <ac:chgData name="Sarah Malaeb" userId="469b1cc2f682dd7f" providerId="LiveId" clId="{F9E3AF0D-DA5D-44CD-9144-FF819748A1A8}" dt="2025-10-07T06:08:29.044" v="1855" actId="1076"/>
          <ac:spMkLst>
            <pc:docMk/>
            <pc:sldMk cId="3053759434" sldId="331"/>
            <ac:spMk id="7" creationId="{DD8D20A2-BF0F-5ADD-3065-E86A882F86CD}"/>
          </ac:spMkLst>
        </pc:spChg>
        <pc:spChg chg="add mod">
          <ac:chgData name="Sarah Malaeb" userId="469b1cc2f682dd7f" providerId="LiveId" clId="{F9E3AF0D-DA5D-44CD-9144-FF819748A1A8}" dt="2025-10-07T06:08:29.044" v="1855" actId="1076"/>
          <ac:spMkLst>
            <pc:docMk/>
            <pc:sldMk cId="3053759434" sldId="331"/>
            <ac:spMk id="8" creationId="{52953EA6-0543-6555-83DF-C3F5D9930C24}"/>
          </ac:spMkLst>
        </pc:spChg>
        <pc:picChg chg="del">
          <ac:chgData name="Sarah Malaeb" userId="469b1cc2f682dd7f" providerId="LiveId" clId="{F9E3AF0D-DA5D-44CD-9144-FF819748A1A8}" dt="2025-10-07T06:07:59.262" v="1848" actId="478"/>
          <ac:picMkLst>
            <pc:docMk/>
            <pc:sldMk cId="3053759434" sldId="331"/>
            <ac:picMk id="4" creationId="{C2DE269C-FC4E-9C3D-5403-E75DC5031091}"/>
          </ac:picMkLst>
        </pc:picChg>
        <pc:picChg chg="add mod">
          <ac:chgData name="Sarah Malaeb" userId="469b1cc2f682dd7f" providerId="LiveId" clId="{F9E3AF0D-DA5D-44CD-9144-FF819748A1A8}" dt="2025-10-07T06:08:33.696" v="1856" actId="1076"/>
          <ac:picMkLst>
            <pc:docMk/>
            <pc:sldMk cId="3053759434" sldId="331"/>
            <ac:picMk id="5" creationId="{FCCB6C10-D31D-9C9A-E2A9-60FFCAFE50F1}"/>
          </ac:picMkLst>
        </pc:picChg>
      </pc:sldChg>
      <pc:sldChg chg="addSp modSp del mod">
        <pc:chgData name="Sarah Malaeb" userId="469b1cc2f682dd7f" providerId="LiveId" clId="{F9E3AF0D-DA5D-44CD-9144-FF819748A1A8}" dt="2025-09-17T05:11:34.874" v="727" actId="47"/>
        <pc:sldMkLst>
          <pc:docMk/>
          <pc:sldMk cId="510625608" sldId="332"/>
        </pc:sldMkLst>
      </pc:sldChg>
      <pc:sldChg chg="addSp delSp modSp new mod setBg modClrScheme chgLayout">
        <pc:chgData name="Sarah Malaeb" userId="469b1cc2f682dd7f" providerId="LiveId" clId="{F9E3AF0D-DA5D-44CD-9144-FF819748A1A8}" dt="2025-10-07T06:16:12.459" v="1964" actId="20577"/>
        <pc:sldMkLst>
          <pc:docMk/>
          <pc:sldMk cId="1042847155" sldId="332"/>
        </pc:sldMkLst>
        <pc:spChg chg="del mod ord">
          <ac:chgData name="Sarah Malaeb" userId="469b1cc2f682dd7f" providerId="LiveId" clId="{F9E3AF0D-DA5D-44CD-9144-FF819748A1A8}" dt="2025-10-07T06:15:24.067" v="1956" actId="700"/>
          <ac:spMkLst>
            <pc:docMk/>
            <pc:sldMk cId="1042847155" sldId="332"/>
            <ac:spMk id="2" creationId="{B53F44E9-C741-3D76-ACEB-D9F2BCBEDDCF}"/>
          </ac:spMkLst>
        </pc:spChg>
        <pc:spChg chg="del mod ord">
          <ac:chgData name="Sarah Malaeb" userId="469b1cc2f682dd7f" providerId="LiveId" clId="{F9E3AF0D-DA5D-44CD-9144-FF819748A1A8}" dt="2025-10-07T06:15:24.067" v="1956" actId="700"/>
          <ac:spMkLst>
            <pc:docMk/>
            <pc:sldMk cId="1042847155" sldId="332"/>
            <ac:spMk id="3" creationId="{DC521559-142C-4619-ED48-86B74DDB249A}"/>
          </ac:spMkLst>
        </pc:spChg>
        <pc:spChg chg="add mod ord">
          <ac:chgData name="Sarah Malaeb" userId="469b1cc2f682dd7f" providerId="LiveId" clId="{F9E3AF0D-DA5D-44CD-9144-FF819748A1A8}" dt="2025-10-07T06:16:12.459" v="1964" actId="20577"/>
          <ac:spMkLst>
            <pc:docMk/>
            <pc:sldMk cId="1042847155" sldId="332"/>
            <ac:spMk id="4" creationId="{8A6D9F5B-B015-EC25-44BD-D8B22A86E95D}"/>
          </ac:spMkLst>
        </pc:spChg>
        <pc:spChg chg="add del mod ord">
          <ac:chgData name="Sarah Malaeb" userId="469b1cc2f682dd7f" providerId="LiveId" clId="{F9E3AF0D-DA5D-44CD-9144-FF819748A1A8}" dt="2025-10-07T06:16:01.874" v="1961" actId="478"/>
          <ac:spMkLst>
            <pc:docMk/>
            <pc:sldMk cId="1042847155" sldId="332"/>
            <ac:spMk id="5" creationId="{8981155A-947C-7F5D-9BE1-5665AE3FB188}"/>
          </ac:spMkLst>
        </pc:spChg>
        <pc:spChg chg="add del">
          <ac:chgData name="Sarah Malaeb" userId="469b1cc2f682dd7f" providerId="LiveId" clId="{F9E3AF0D-DA5D-44CD-9144-FF819748A1A8}" dt="2025-10-07T06:15:46.935" v="1958" actId="26606"/>
          <ac:spMkLst>
            <pc:docMk/>
            <pc:sldMk cId="1042847155" sldId="332"/>
            <ac:spMk id="10" creationId="{9238970C-19DE-438D-80D2-5CF9690551E8}"/>
          </ac:spMkLst>
        </pc:spChg>
        <pc:spChg chg="add del">
          <ac:chgData name="Sarah Malaeb" userId="469b1cc2f682dd7f" providerId="LiveId" clId="{F9E3AF0D-DA5D-44CD-9144-FF819748A1A8}" dt="2025-10-07T06:15:46.935" v="1958" actId="26606"/>
          <ac:spMkLst>
            <pc:docMk/>
            <pc:sldMk cId="1042847155" sldId="332"/>
            <ac:spMk id="12" creationId="{E4B1E3F6-167B-40F3-B303-9A931BAB971B}"/>
          </ac:spMkLst>
        </pc:spChg>
        <pc:spChg chg="add">
          <ac:chgData name="Sarah Malaeb" userId="469b1cc2f682dd7f" providerId="LiveId" clId="{F9E3AF0D-DA5D-44CD-9144-FF819748A1A8}" dt="2025-10-07T06:15:46.945" v="1959" actId="26606"/>
          <ac:spMkLst>
            <pc:docMk/>
            <pc:sldMk cId="1042847155" sldId="332"/>
            <ac:spMk id="16" creationId="{19D0A23D-BBDB-4BEA-8515-A7D0DF9B3086}"/>
          </ac:spMkLst>
        </pc:spChg>
        <pc:spChg chg="add">
          <ac:chgData name="Sarah Malaeb" userId="469b1cc2f682dd7f" providerId="LiveId" clId="{F9E3AF0D-DA5D-44CD-9144-FF819748A1A8}" dt="2025-10-07T06:15:46.945" v="1959" actId="26606"/>
          <ac:spMkLst>
            <pc:docMk/>
            <pc:sldMk cId="1042847155" sldId="332"/>
            <ac:spMk id="17" creationId="{47E47667-8CE3-466C-B745-9411E1CE3CF1}"/>
          </ac:spMkLst>
        </pc:spChg>
        <pc:spChg chg="add">
          <ac:chgData name="Sarah Malaeb" userId="469b1cc2f682dd7f" providerId="LiveId" clId="{F9E3AF0D-DA5D-44CD-9144-FF819748A1A8}" dt="2025-10-07T06:15:46.945" v="1959" actId="26606"/>
          <ac:spMkLst>
            <pc:docMk/>
            <pc:sldMk cId="1042847155" sldId="332"/>
            <ac:spMk id="18" creationId="{BDF44D33-97EB-4277-B538-B458E3FD16CC}"/>
          </ac:spMkLst>
        </pc:spChg>
        <pc:cxnChg chg="add del">
          <ac:chgData name="Sarah Malaeb" userId="469b1cc2f682dd7f" providerId="LiveId" clId="{F9E3AF0D-DA5D-44CD-9144-FF819748A1A8}" dt="2025-10-07T06:15:46.935" v="1958" actId="26606"/>
          <ac:cxnSpMkLst>
            <pc:docMk/>
            <pc:sldMk cId="1042847155" sldId="332"/>
            <ac:cxnSpMk id="14" creationId="{40465A9A-0B0E-4D7B-8150-D098AC71B379}"/>
          </ac:cxnSpMkLst>
        </pc:cxnChg>
        <pc:cxnChg chg="add">
          <ac:chgData name="Sarah Malaeb" userId="469b1cc2f682dd7f" providerId="LiveId" clId="{F9E3AF0D-DA5D-44CD-9144-FF819748A1A8}" dt="2025-10-07T06:15:46.945" v="1959" actId="26606"/>
          <ac:cxnSpMkLst>
            <pc:docMk/>
            <pc:sldMk cId="1042847155" sldId="332"/>
            <ac:cxnSpMk id="19" creationId="{11534F52-E710-4998-921B-6147812C1889}"/>
          </ac:cxnSpMkLst>
        </pc:cxnChg>
      </pc:sldChg>
      <pc:sldChg chg="addSp delSp modSp add mod setBg modClrScheme addAnim delDesignElem chgLayout">
        <pc:chgData name="Sarah Malaeb" userId="469b1cc2f682dd7f" providerId="LiveId" clId="{F9E3AF0D-DA5D-44CD-9144-FF819748A1A8}" dt="2025-10-07T06:17:59.385" v="1992" actId="20577"/>
        <pc:sldMkLst>
          <pc:docMk/>
          <pc:sldMk cId="2403340238" sldId="333"/>
        </pc:sldMkLst>
        <pc:spChg chg="add del mod ord">
          <ac:chgData name="Sarah Malaeb" userId="469b1cc2f682dd7f" providerId="LiveId" clId="{F9E3AF0D-DA5D-44CD-9144-FF819748A1A8}" dt="2025-10-07T06:17:18.632" v="1973" actId="700"/>
          <ac:spMkLst>
            <pc:docMk/>
            <pc:sldMk cId="2403340238" sldId="333"/>
            <ac:spMk id="2" creationId="{FFF01E3B-BEB4-E041-5047-C8A3D16A0465}"/>
          </ac:spMkLst>
        </pc:spChg>
        <pc:spChg chg="add del mod ord">
          <ac:chgData name="Sarah Malaeb" userId="469b1cc2f682dd7f" providerId="LiveId" clId="{F9E3AF0D-DA5D-44CD-9144-FF819748A1A8}" dt="2025-10-07T06:17:18.632" v="1973" actId="700"/>
          <ac:spMkLst>
            <pc:docMk/>
            <pc:sldMk cId="2403340238" sldId="333"/>
            <ac:spMk id="3" creationId="{7DCC2225-4938-614B-69BF-3E3468168EB9}"/>
          </ac:spMkLst>
        </pc:spChg>
        <pc:spChg chg="mod ord">
          <ac:chgData name="Sarah Malaeb" userId="469b1cc2f682dd7f" providerId="LiveId" clId="{F9E3AF0D-DA5D-44CD-9144-FF819748A1A8}" dt="2025-10-07T06:17:59.385" v="1992" actId="20577"/>
          <ac:spMkLst>
            <pc:docMk/>
            <pc:sldMk cId="2403340238" sldId="333"/>
            <ac:spMk id="4" creationId="{88574CC1-8485-9262-36FE-2701D46BE2DD}"/>
          </ac:spMkLst>
        </pc:spChg>
        <pc:spChg chg="add del mod ord">
          <ac:chgData name="Sarah Malaeb" userId="469b1cc2f682dd7f" providerId="LiveId" clId="{F9E3AF0D-DA5D-44CD-9144-FF819748A1A8}" dt="2025-10-07T06:17:35.541" v="1976" actId="478"/>
          <ac:spMkLst>
            <pc:docMk/>
            <pc:sldMk cId="2403340238" sldId="333"/>
            <ac:spMk id="5" creationId="{ADE82867-4891-403E-18D8-6E62859700E4}"/>
          </ac:spMkLst>
        </pc:spChg>
        <pc:spChg chg="add">
          <ac:chgData name="Sarah Malaeb" userId="469b1cc2f682dd7f" providerId="LiveId" clId="{F9E3AF0D-DA5D-44CD-9144-FF819748A1A8}" dt="2025-10-07T06:17:21.622" v="1974" actId="26606"/>
          <ac:spMkLst>
            <pc:docMk/>
            <pc:sldMk cId="2403340238" sldId="333"/>
            <ac:spMk id="7" creationId="{19D0A23D-BBDB-4BEA-8515-A7D0DF9B3086}"/>
          </ac:spMkLst>
        </pc:spChg>
        <pc:spChg chg="add">
          <ac:chgData name="Sarah Malaeb" userId="469b1cc2f682dd7f" providerId="LiveId" clId="{F9E3AF0D-DA5D-44CD-9144-FF819748A1A8}" dt="2025-10-07T06:17:21.622" v="1974" actId="26606"/>
          <ac:spMkLst>
            <pc:docMk/>
            <pc:sldMk cId="2403340238" sldId="333"/>
            <ac:spMk id="10" creationId="{47E47667-8CE3-466C-B745-9411E1CE3CF1}"/>
          </ac:spMkLst>
        </pc:spChg>
        <pc:spChg chg="add">
          <ac:chgData name="Sarah Malaeb" userId="469b1cc2f682dd7f" providerId="LiveId" clId="{F9E3AF0D-DA5D-44CD-9144-FF819748A1A8}" dt="2025-10-07T06:17:21.622" v="1974" actId="26606"/>
          <ac:spMkLst>
            <pc:docMk/>
            <pc:sldMk cId="2403340238" sldId="333"/>
            <ac:spMk id="12" creationId="{BDF44D33-97EB-4277-B538-B458E3FD16CC}"/>
          </ac:spMkLst>
        </pc:spChg>
        <pc:spChg chg="del">
          <ac:chgData name="Sarah Malaeb" userId="469b1cc2f682dd7f" providerId="LiveId" clId="{F9E3AF0D-DA5D-44CD-9144-FF819748A1A8}" dt="2025-10-07T06:16:26.767" v="1966"/>
          <ac:spMkLst>
            <pc:docMk/>
            <pc:sldMk cId="2403340238" sldId="333"/>
            <ac:spMk id="16" creationId="{67B97475-6E59-63F6-92E8-0926A40FB3AE}"/>
          </ac:spMkLst>
        </pc:spChg>
        <pc:spChg chg="del">
          <ac:chgData name="Sarah Malaeb" userId="469b1cc2f682dd7f" providerId="LiveId" clId="{F9E3AF0D-DA5D-44CD-9144-FF819748A1A8}" dt="2025-10-07T06:16:26.767" v="1966"/>
          <ac:spMkLst>
            <pc:docMk/>
            <pc:sldMk cId="2403340238" sldId="333"/>
            <ac:spMk id="17" creationId="{B5E53977-94A8-08E5-04B6-75BAAF5B47F7}"/>
          </ac:spMkLst>
        </pc:spChg>
        <pc:spChg chg="del">
          <ac:chgData name="Sarah Malaeb" userId="469b1cc2f682dd7f" providerId="LiveId" clId="{F9E3AF0D-DA5D-44CD-9144-FF819748A1A8}" dt="2025-10-07T06:16:26.767" v="1966"/>
          <ac:spMkLst>
            <pc:docMk/>
            <pc:sldMk cId="2403340238" sldId="333"/>
            <ac:spMk id="18" creationId="{EAE98C5D-64DA-BEB9-DE71-C73574530C3A}"/>
          </ac:spMkLst>
        </pc:spChg>
        <pc:cxnChg chg="add">
          <ac:chgData name="Sarah Malaeb" userId="469b1cc2f682dd7f" providerId="LiveId" clId="{F9E3AF0D-DA5D-44CD-9144-FF819748A1A8}" dt="2025-10-07T06:17:21.622" v="1974" actId="26606"/>
          <ac:cxnSpMkLst>
            <pc:docMk/>
            <pc:sldMk cId="2403340238" sldId="333"/>
            <ac:cxnSpMk id="14" creationId="{11534F52-E710-4998-921B-6147812C1889}"/>
          </ac:cxnSpMkLst>
        </pc:cxnChg>
        <pc:cxnChg chg="del">
          <ac:chgData name="Sarah Malaeb" userId="469b1cc2f682dd7f" providerId="LiveId" clId="{F9E3AF0D-DA5D-44CD-9144-FF819748A1A8}" dt="2025-10-07T06:16:26.767" v="1966"/>
          <ac:cxnSpMkLst>
            <pc:docMk/>
            <pc:sldMk cId="2403340238" sldId="333"/>
            <ac:cxnSpMk id="19" creationId="{19281C4B-9999-40AA-FE64-6FAB652CB155}"/>
          </ac:cxnSpMkLst>
        </pc:cxnChg>
      </pc:sldChg>
      <pc:sldChg chg="del">
        <pc:chgData name="Sarah Malaeb" userId="469b1cc2f682dd7f" providerId="LiveId" clId="{F9E3AF0D-DA5D-44CD-9144-FF819748A1A8}" dt="2025-09-17T05:11:34.874" v="727" actId="47"/>
        <pc:sldMkLst>
          <pc:docMk/>
          <pc:sldMk cId="4180096871" sldId="333"/>
        </pc:sldMkLst>
      </pc:sldChg>
      <pc:sldChg chg="del">
        <pc:chgData name="Sarah Malaeb" userId="469b1cc2f682dd7f" providerId="LiveId" clId="{F9E3AF0D-DA5D-44CD-9144-FF819748A1A8}" dt="2025-09-17T05:11:34.874" v="727" actId="47"/>
        <pc:sldMkLst>
          <pc:docMk/>
          <pc:sldMk cId="178939433" sldId="334"/>
        </pc:sldMkLst>
      </pc:sldChg>
      <pc:sldChg chg="addSp delSp add del setBg delDesignElem">
        <pc:chgData name="Sarah Malaeb" userId="469b1cc2f682dd7f" providerId="LiveId" clId="{F9E3AF0D-DA5D-44CD-9144-FF819748A1A8}" dt="2025-10-07T06:16:53.609" v="1971"/>
        <pc:sldMkLst>
          <pc:docMk/>
          <pc:sldMk cId="3687260463" sldId="334"/>
        </pc:sldMkLst>
        <pc:spChg chg="add del">
          <ac:chgData name="Sarah Malaeb" userId="469b1cc2f682dd7f" providerId="LiveId" clId="{F9E3AF0D-DA5D-44CD-9144-FF819748A1A8}" dt="2025-10-07T06:16:53.609" v="1971"/>
          <ac:spMkLst>
            <pc:docMk/>
            <pc:sldMk cId="3687260463" sldId="334"/>
            <ac:spMk id="16" creationId="{308AE23A-E2FB-5640-A907-E2496A0BE0AF}"/>
          </ac:spMkLst>
        </pc:spChg>
        <pc:spChg chg="add del">
          <ac:chgData name="Sarah Malaeb" userId="469b1cc2f682dd7f" providerId="LiveId" clId="{F9E3AF0D-DA5D-44CD-9144-FF819748A1A8}" dt="2025-10-07T06:16:53.609" v="1971"/>
          <ac:spMkLst>
            <pc:docMk/>
            <pc:sldMk cId="3687260463" sldId="334"/>
            <ac:spMk id="17" creationId="{F9824A5F-2B2B-CAB4-05B6-96A61AAA9C59}"/>
          </ac:spMkLst>
        </pc:spChg>
        <pc:spChg chg="add del">
          <ac:chgData name="Sarah Malaeb" userId="469b1cc2f682dd7f" providerId="LiveId" clId="{F9E3AF0D-DA5D-44CD-9144-FF819748A1A8}" dt="2025-10-07T06:16:53.609" v="1971"/>
          <ac:spMkLst>
            <pc:docMk/>
            <pc:sldMk cId="3687260463" sldId="334"/>
            <ac:spMk id="18" creationId="{D7FDD435-C254-2001-9BF7-DD10B4CA53A4}"/>
          </ac:spMkLst>
        </pc:spChg>
        <pc:cxnChg chg="add del">
          <ac:chgData name="Sarah Malaeb" userId="469b1cc2f682dd7f" providerId="LiveId" clId="{F9E3AF0D-DA5D-44CD-9144-FF819748A1A8}" dt="2025-10-07T06:16:53.609" v="1971"/>
          <ac:cxnSpMkLst>
            <pc:docMk/>
            <pc:sldMk cId="3687260463" sldId="334"/>
            <ac:cxnSpMk id="19" creationId="{4A35707B-711F-781C-EE20-01A379CCCA89}"/>
          </ac:cxnSpMkLst>
        </pc:cxnChg>
      </pc:sldChg>
      <pc:sldChg chg="del">
        <pc:chgData name="Sarah Malaeb" userId="469b1cc2f682dd7f" providerId="LiveId" clId="{F9E3AF0D-DA5D-44CD-9144-FF819748A1A8}" dt="2025-09-17T05:11:34.874" v="727" actId="47"/>
        <pc:sldMkLst>
          <pc:docMk/>
          <pc:sldMk cId="3684349968" sldId="335"/>
        </pc:sldMkLst>
      </pc:sldChg>
      <pc:sldChg chg="del">
        <pc:chgData name="Sarah Malaeb" userId="469b1cc2f682dd7f" providerId="LiveId" clId="{F9E3AF0D-DA5D-44CD-9144-FF819748A1A8}" dt="2025-09-17T05:11:34.874" v="727" actId="47"/>
        <pc:sldMkLst>
          <pc:docMk/>
          <pc:sldMk cId="1651689150" sldId="337"/>
        </pc:sldMkLst>
      </pc:sldChg>
      <pc:sldChg chg="del">
        <pc:chgData name="Sarah Malaeb" userId="469b1cc2f682dd7f" providerId="LiveId" clId="{F9E3AF0D-DA5D-44CD-9144-FF819748A1A8}" dt="2025-09-17T05:11:34.874" v="727" actId="47"/>
        <pc:sldMkLst>
          <pc:docMk/>
          <pc:sldMk cId="965424829" sldId="339"/>
        </pc:sldMkLst>
      </pc:sldChg>
      <pc:sldChg chg="del">
        <pc:chgData name="Sarah Malaeb" userId="469b1cc2f682dd7f" providerId="LiveId" clId="{F9E3AF0D-DA5D-44CD-9144-FF819748A1A8}" dt="2025-09-17T05:11:34.874" v="727" actId="47"/>
        <pc:sldMkLst>
          <pc:docMk/>
          <pc:sldMk cId="2204398591" sldId="340"/>
        </pc:sldMkLst>
      </pc:sldChg>
      <pc:sldChg chg="del">
        <pc:chgData name="Sarah Malaeb" userId="469b1cc2f682dd7f" providerId="LiveId" clId="{F9E3AF0D-DA5D-44CD-9144-FF819748A1A8}" dt="2025-09-17T05:11:34.874" v="727" actId="47"/>
        <pc:sldMkLst>
          <pc:docMk/>
          <pc:sldMk cId="106671068" sldId="341"/>
        </pc:sldMkLst>
      </pc:sldChg>
      <pc:sldChg chg="del">
        <pc:chgData name="Sarah Malaeb" userId="469b1cc2f682dd7f" providerId="LiveId" clId="{F9E3AF0D-DA5D-44CD-9144-FF819748A1A8}" dt="2025-09-17T05:11:34.874" v="727" actId="47"/>
        <pc:sldMkLst>
          <pc:docMk/>
          <pc:sldMk cId="3470116555" sldId="342"/>
        </pc:sldMkLst>
      </pc:sldChg>
      <pc:sldChg chg="del">
        <pc:chgData name="Sarah Malaeb" userId="469b1cc2f682dd7f" providerId="LiveId" clId="{F9E3AF0D-DA5D-44CD-9144-FF819748A1A8}" dt="2025-09-17T05:11:34.874" v="727" actId="47"/>
        <pc:sldMkLst>
          <pc:docMk/>
          <pc:sldMk cId="2586371210" sldId="343"/>
        </pc:sldMkLst>
      </pc:sldChg>
      <pc:sldChg chg="del">
        <pc:chgData name="Sarah Malaeb" userId="469b1cc2f682dd7f" providerId="LiveId" clId="{F9E3AF0D-DA5D-44CD-9144-FF819748A1A8}" dt="2025-09-17T05:11:34.874" v="727" actId="47"/>
        <pc:sldMkLst>
          <pc:docMk/>
          <pc:sldMk cId="1018041589" sldId="344"/>
        </pc:sldMkLst>
      </pc:sldChg>
      <pc:sldChg chg="del">
        <pc:chgData name="Sarah Malaeb" userId="469b1cc2f682dd7f" providerId="LiveId" clId="{F9E3AF0D-DA5D-44CD-9144-FF819748A1A8}" dt="2025-09-17T05:11:34.874" v="727" actId="47"/>
        <pc:sldMkLst>
          <pc:docMk/>
          <pc:sldMk cId="4171695002" sldId="345"/>
        </pc:sldMkLst>
      </pc:sldChg>
      <pc:sldChg chg="del">
        <pc:chgData name="Sarah Malaeb" userId="469b1cc2f682dd7f" providerId="LiveId" clId="{F9E3AF0D-DA5D-44CD-9144-FF819748A1A8}" dt="2025-09-17T05:11:34.874" v="727" actId="47"/>
        <pc:sldMkLst>
          <pc:docMk/>
          <pc:sldMk cId="191561369" sldId="347"/>
        </pc:sldMkLst>
      </pc:sldChg>
      <pc:sldChg chg="del">
        <pc:chgData name="Sarah Malaeb" userId="469b1cc2f682dd7f" providerId="LiveId" clId="{F9E3AF0D-DA5D-44CD-9144-FF819748A1A8}" dt="2025-09-17T05:11:34.874" v="727" actId="47"/>
        <pc:sldMkLst>
          <pc:docMk/>
          <pc:sldMk cId="3137703311" sldId="348"/>
        </pc:sldMkLst>
      </pc:sldChg>
      <pc:sldChg chg="del">
        <pc:chgData name="Sarah Malaeb" userId="469b1cc2f682dd7f" providerId="LiveId" clId="{F9E3AF0D-DA5D-44CD-9144-FF819748A1A8}" dt="2025-09-17T05:11:34.874" v="727" actId="47"/>
        <pc:sldMkLst>
          <pc:docMk/>
          <pc:sldMk cId="3572201116" sldId="349"/>
        </pc:sldMkLst>
      </pc:sldChg>
      <pc:sldChg chg="del">
        <pc:chgData name="Sarah Malaeb" userId="469b1cc2f682dd7f" providerId="LiveId" clId="{F9E3AF0D-DA5D-44CD-9144-FF819748A1A8}" dt="2025-09-17T05:11:34.874" v="727" actId="47"/>
        <pc:sldMkLst>
          <pc:docMk/>
          <pc:sldMk cId="3016757370" sldId="350"/>
        </pc:sldMkLst>
      </pc:sldChg>
      <pc:sldChg chg="del">
        <pc:chgData name="Sarah Malaeb" userId="469b1cc2f682dd7f" providerId="LiveId" clId="{F9E3AF0D-DA5D-44CD-9144-FF819748A1A8}" dt="2025-09-17T05:11:34.874" v="727" actId="47"/>
        <pc:sldMkLst>
          <pc:docMk/>
          <pc:sldMk cId="37564656" sldId="351"/>
        </pc:sldMkLst>
      </pc:sldChg>
      <pc:sldChg chg="del">
        <pc:chgData name="Sarah Malaeb" userId="469b1cc2f682dd7f" providerId="LiveId" clId="{F9E3AF0D-DA5D-44CD-9144-FF819748A1A8}" dt="2025-09-17T05:11:34.874" v="727" actId="47"/>
        <pc:sldMkLst>
          <pc:docMk/>
          <pc:sldMk cId="3056647945" sldId="352"/>
        </pc:sldMkLst>
      </pc:sldChg>
      <pc:sldChg chg="del">
        <pc:chgData name="Sarah Malaeb" userId="469b1cc2f682dd7f" providerId="LiveId" clId="{F9E3AF0D-DA5D-44CD-9144-FF819748A1A8}" dt="2025-09-17T05:11:34.874" v="727" actId="47"/>
        <pc:sldMkLst>
          <pc:docMk/>
          <pc:sldMk cId="1606845373" sldId="353"/>
        </pc:sldMkLst>
      </pc:sldChg>
      <pc:sldChg chg="modSp del mod">
        <pc:chgData name="Sarah Malaeb" userId="469b1cc2f682dd7f" providerId="LiveId" clId="{F9E3AF0D-DA5D-44CD-9144-FF819748A1A8}" dt="2025-09-17T05:11:34.874" v="727" actId="47"/>
        <pc:sldMkLst>
          <pc:docMk/>
          <pc:sldMk cId="971562033" sldId="354"/>
        </pc:sldMkLst>
      </pc:sldChg>
      <pc:sldChg chg="del">
        <pc:chgData name="Sarah Malaeb" userId="469b1cc2f682dd7f" providerId="LiveId" clId="{F9E3AF0D-DA5D-44CD-9144-FF819748A1A8}" dt="2025-09-17T05:11:34.874" v="727" actId="47"/>
        <pc:sldMkLst>
          <pc:docMk/>
          <pc:sldMk cId="304185550" sldId="355"/>
        </pc:sldMkLst>
      </pc:sldChg>
      <pc:sldChg chg="del">
        <pc:chgData name="Sarah Malaeb" userId="469b1cc2f682dd7f" providerId="LiveId" clId="{F9E3AF0D-DA5D-44CD-9144-FF819748A1A8}" dt="2025-09-17T05:11:34.874" v="727" actId="47"/>
        <pc:sldMkLst>
          <pc:docMk/>
          <pc:sldMk cId="337807396" sldId="356"/>
        </pc:sldMkLst>
      </pc:sldChg>
      <pc:sldChg chg="del">
        <pc:chgData name="Sarah Malaeb" userId="469b1cc2f682dd7f" providerId="LiveId" clId="{F9E3AF0D-DA5D-44CD-9144-FF819748A1A8}" dt="2025-09-17T05:11:34.874" v="727" actId="47"/>
        <pc:sldMkLst>
          <pc:docMk/>
          <pc:sldMk cId="2689634470" sldId="357"/>
        </pc:sldMkLst>
      </pc:sldChg>
      <pc:sldChg chg="addSp modSp del mod">
        <pc:chgData name="Sarah Malaeb" userId="469b1cc2f682dd7f" providerId="LiveId" clId="{F9E3AF0D-DA5D-44CD-9144-FF819748A1A8}" dt="2025-09-17T05:11:34.874" v="727" actId="47"/>
        <pc:sldMkLst>
          <pc:docMk/>
          <pc:sldMk cId="1969801072" sldId="358"/>
        </pc:sldMkLst>
      </pc:sldChg>
      <pc:sldChg chg="del">
        <pc:chgData name="Sarah Malaeb" userId="469b1cc2f682dd7f" providerId="LiveId" clId="{F9E3AF0D-DA5D-44CD-9144-FF819748A1A8}" dt="2025-09-17T05:11:34.874" v="727" actId="47"/>
        <pc:sldMkLst>
          <pc:docMk/>
          <pc:sldMk cId="4225069149" sldId="359"/>
        </pc:sldMkLst>
      </pc:sldChg>
      <pc:sldChg chg="del">
        <pc:chgData name="Sarah Malaeb" userId="469b1cc2f682dd7f" providerId="LiveId" clId="{F9E3AF0D-DA5D-44CD-9144-FF819748A1A8}" dt="2025-09-17T05:11:34.874" v="727" actId="47"/>
        <pc:sldMkLst>
          <pc:docMk/>
          <pc:sldMk cId="2790686641" sldId="360"/>
        </pc:sldMkLst>
      </pc:sldChg>
      <pc:sldChg chg="del">
        <pc:chgData name="Sarah Malaeb" userId="469b1cc2f682dd7f" providerId="LiveId" clId="{F9E3AF0D-DA5D-44CD-9144-FF819748A1A8}" dt="2025-09-17T05:11:34.874" v="727" actId="47"/>
        <pc:sldMkLst>
          <pc:docMk/>
          <pc:sldMk cId="3089325488" sldId="361"/>
        </pc:sldMkLst>
      </pc:sldChg>
      <pc:sldChg chg="del">
        <pc:chgData name="Sarah Malaeb" userId="469b1cc2f682dd7f" providerId="LiveId" clId="{F9E3AF0D-DA5D-44CD-9144-FF819748A1A8}" dt="2025-09-17T05:11:34.874" v="727" actId="47"/>
        <pc:sldMkLst>
          <pc:docMk/>
          <pc:sldMk cId="1443637388" sldId="362"/>
        </pc:sldMkLst>
      </pc:sldChg>
      <pc:sldChg chg="modSp del mod">
        <pc:chgData name="Sarah Malaeb" userId="469b1cc2f682dd7f" providerId="LiveId" clId="{F9E3AF0D-DA5D-44CD-9144-FF819748A1A8}" dt="2025-09-17T05:11:34.874" v="727" actId="47"/>
        <pc:sldMkLst>
          <pc:docMk/>
          <pc:sldMk cId="1788982179" sldId="363"/>
        </pc:sldMkLst>
      </pc:sldChg>
      <pc:sldChg chg="del">
        <pc:chgData name="Sarah Malaeb" userId="469b1cc2f682dd7f" providerId="LiveId" clId="{F9E3AF0D-DA5D-44CD-9144-FF819748A1A8}" dt="2025-09-17T05:11:34.874" v="727" actId="47"/>
        <pc:sldMkLst>
          <pc:docMk/>
          <pc:sldMk cId="4215247769" sldId="364"/>
        </pc:sldMkLst>
      </pc:sldChg>
      <pc:sldChg chg="del">
        <pc:chgData name="Sarah Malaeb" userId="469b1cc2f682dd7f" providerId="LiveId" clId="{F9E3AF0D-DA5D-44CD-9144-FF819748A1A8}" dt="2025-09-17T05:11:34.874" v="727" actId="47"/>
        <pc:sldMkLst>
          <pc:docMk/>
          <pc:sldMk cId="554932706" sldId="365"/>
        </pc:sldMkLst>
      </pc:sldChg>
      <pc:sldChg chg="del">
        <pc:chgData name="Sarah Malaeb" userId="469b1cc2f682dd7f" providerId="LiveId" clId="{F9E3AF0D-DA5D-44CD-9144-FF819748A1A8}" dt="2025-09-17T05:11:34.874" v="727" actId="47"/>
        <pc:sldMkLst>
          <pc:docMk/>
          <pc:sldMk cId="868713043" sldId="366"/>
        </pc:sldMkLst>
      </pc:sldChg>
      <pc:sldChg chg="del">
        <pc:chgData name="Sarah Malaeb" userId="469b1cc2f682dd7f" providerId="LiveId" clId="{F9E3AF0D-DA5D-44CD-9144-FF819748A1A8}" dt="2025-09-17T05:11:34.874" v="727" actId="47"/>
        <pc:sldMkLst>
          <pc:docMk/>
          <pc:sldMk cId="3405558249" sldId="367"/>
        </pc:sldMkLst>
      </pc:sldChg>
      <pc:sldChg chg="del">
        <pc:chgData name="Sarah Malaeb" userId="469b1cc2f682dd7f" providerId="LiveId" clId="{F9E3AF0D-DA5D-44CD-9144-FF819748A1A8}" dt="2025-09-17T05:11:34.874" v="727" actId="47"/>
        <pc:sldMkLst>
          <pc:docMk/>
          <pc:sldMk cId="3492736842" sldId="368"/>
        </pc:sldMkLst>
      </pc:sldChg>
      <pc:sldChg chg="del">
        <pc:chgData name="Sarah Malaeb" userId="469b1cc2f682dd7f" providerId="LiveId" clId="{F9E3AF0D-DA5D-44CD-9144-FF819748A1A8}" dt="2025-09-17T05:11:34.874" v="727" actId="47"/>
        <pc:sldMkLst>
          <pc:docMk/>
          <pc:sldMk cId="3738756127" sldId="369"/>
        </pc:sldMkLst>
      </pc:sldChg>
      <pc:sldChg chg="del">
        <pc:chgData name="Sarah Malaeb" userId="469b1cc2f682dd7f" providerId="LiveId" clId="{F9E3AF0D-DA5D-44CD-9144-FF819748A1A8}" dt="2025-09-17T05:11:34.874" v="727" actId="47"/>
        <pc:sldMkLst>
          <pc:docMk/>
          <pc:sldMk cId="421746287" sldId="370"/>
        </pc:sldMkLst>
      </pc:sldChg>
      <pc:sldChg chg="del">
        <pc:chgData name="Sarah Malaeb" userId="469b1cc2f682dd7f" providerId="LiveId" clId="{F9E3AF0D-DA5D-44CD-9144-FF819748A1A8}" dt="2025-09-17T05:11:34.874" v="727" actId="47"/>
        <pc:sldMkLst>
          <pc:docMk/>
          <pc:sldMk cId="1546412842" sldId="371"/>
        </pc:sldMkLst>
      </pc:sldChg>
      <pc:sldChg chg="modSp del mod">
        <pc:chgData name="Sarah Malaeb" userId="469b1cc2f682dd7f" providerId="LiveId" clId="{F9E3AF0D-DA5D-44CD-9144-FF819748A1A8}" dt="2025-09-17T05:11:34.874" v="727" actId="47"/>
        <pc:sldMkLst>
          <pc:docMk/>
          <pc:sldMk cId="3639710488" sldId="372"/>
        </pc:sldMkLst>
      </pc:sldChg>
      <pc:sldChg chg="del">
        <pc:chgData name="Sarah Malaeb" userId="469b1cc2f682dd7f" providerId="LiveId" clId="{F9E3AF0D-DA5D-44CD-9144-FF819748A1A8}" dt="2025-09-17T05:11:34.874" v="727" actId="47"/>
        <pc:sldMkLst>
          <pc:docMk/>
          <pc:sldMk cId="2604014257" sldId="373"/>
        </pc:sldMkLst>
      </pc:sldChg>
      <pc:sldChg chg="del">
        <pc:chgData name="Sarah Malaeb" userId="469b1cc2f682dd7f" providerId="LiveId" clId="{F9E3AF0D-DA5D-44CD-9144-FF819748A1A8}" dt="2025-09-17T05:11:34.874" v="727" actId="47"/>
        <pc:sldMkLst>
          <pc:docMk/>
          <pc:sldMk cId="1547172235" sldId="374"/>
        </pc:sldMkLst>
      </pc:sldChg>
      <pc:sldChg chg="del">
        <pc:chgData name="Sarah Malaeb" userId="469b1cc2f682dd7f" providerId="LiveId" clId="{F9E3AF0D-DA5D-44CD-9144-FF819748A1A8}" dt="2025-09-17T05:11:34.874" v="727" actId="47"/>
        <pc:sldMkLst>
          <pc:docMk/>
          <pc:sldMk cId="2443853443" sldId="375"/>
        </pc:sldMkLst>
      </pc:sldChg>
      <pc:sldChg chg="del">
        <pc:chgData name="Sarah Malaeb" userId="469b1cc2f682dd7f" providerId="LiveId" clId="{F9E3AF0D-DA5D-44CD-9144-FF819748A1A8}" dt="2025-09-17T05:11:34.874" v="727" actId="47"/>
        <pc:sldMkLst>
          <pc:docMk/>
          <pc:sldMk cId="2766863284" sldId="376"/>
        </pc:sldMkLst>
      </pc:sldChg>
      <pc:sldChg chg="del">
        <pc:chgData name="Sarah Malaeb" userId="469b1cc2f682dd7f" providerId="LiveId" clId="{F9E3AF0D-DA5D-44CD-9144-FF819748A1A8}" dt="2025-09-17T05:11:34.874" v="727" actId="47"/>
        <pc:sldMkLst>
          <pc:docMk/>
          <pc:sldMk cId="3162417273" sldId="424"/>
        </pc:sldMkLst>
      </pc:sldChg>
      <pc:sldChg chg="del">
        <pc:chgData name="Sarah Malaeb" userId="469b1cc2f682dd7f" providerId="LiveId" clId="{F9E3AF0D-DA5D-44CD-9144-FF819748A1A8}" dt="2025-09-17T05:11:34.874" v="727" actId="47"/>
        <pc:sldMkLst>
          <pc:docMk/>
          <pc:sldMk cId="2402506737" sldId="425"/>
        </pc:sldMkLst>
      </pc:sldChg>
      <pc:sldChg chg="del">
        <pc:chgData name="Sarah Malaeb" userId="469b1cc2f682dd7f" providerId="LiveId" clId="{F9E3AF0D-DA5D-44CD-9144-FF819748A1A8}" dt="2025-09-17T05:11:34.874" v="727" actId="47"/>
        <pc:sldMkLst>
          <pc:docMk/>
          <pc:sldMk cId="3273799173" sldId="426"/>
        </pc:sldMkLst>
      </pc:sldChg>
      <pc:sldChg chg="del">
        <pc:chgData name="Sarah Malaeb" userId="469b1cc2f682dd7f" providerId="LiveId" clId="{F9E3AF0D-DA5D-44CD-9144-FF819748A1A8}" dt="2025-09-17T05:11:34.874" v="727" actId="47"/>
        <pc:sldMkLst>
          <pc:docMk/>
          <pc:sldMk cId="813709788" sldId="427"/>
        </pc:sldMkLst>
      </pc:sldChg>
      <pc:sldChg chg="del">
        <pc:chgData name="Sarah Malaeb" userId="469b1cc2f682dd7f" providerId="LiveId" clId="{F9E3AF0D-DA5D-44CD-9144-FF819748A1A8}" dt="2025-09-17T05:11:34.874" v="727" actId="47"/>
        <pc:sldMkLst>
          <pc:docMk/>
          <pc:sldMk cId="158821380" sldId="428"/>
        </pc:sldMkLst>
      </pc:sldChg>
      <pc:sldChg chg="del">
        <pc:chgData name="Sarah Malaeb" userId="469b1cc2f682dd7f" providerId="LiveId" clId="{F9E3AF0D-DA5D-44CD-9144-FF819748A1A8}" dt="2025-09-17T05:11:34.874" v="727" actId="47"/>
        <pc:sldMkLst>
          <pc:docMk/>
          <pc:sldMk cId="4222056818" sldId="429"/>
        </pc:sldMkLst>
      </pc:sldChg>
      <pc:sldChg chg="del">
        <pc:chgData name="Sarah Malaeb" userId="469b1cc2f682dd7f" providerId="LiveId" clId="{F9E3AF0D-DA5D-44CD-9144-FF819748A1A8}" dt="2025-09-17T05:11:34.874" v="727" actId="47"/>
        <pc:sldMkLst>
          <pc:docMk/>
          <pc:sldMk cId="1914173487" sldId="430"/>
        </pc:sldMkLst>
      </pc:sldChg>
      <pc:sldChg chg="del">
        <pc:chgData name="Sarah Malaeb" userId="469b1cc2f682dd7f" providerId="LiveId" clId="{F9E3AF0D-DA5D-44CD-9144-FF819748A1A8}" dt="2025-09-17T05:11:34.874" v="727" actId="47"/>
        <pc:sldMkLst>
          <pc:docMk/>
          <pc:sldMk cId="4271880637" sldId="431"/>
        </pc:sldMkLst>
      </pc:sldChg>
      <pc:sldChg chg="del">
        <pc:chgData name="Sarah Malaeb" userId="469b1cc2f682dd7f" providerId="LiveId" clId="{F9E3AF0D-DA5D-44CD-9144-FF819748A1A8}" dt="2025-09-17T05:11:34.874" v="727" actId="47"/>
        <pc:sldMkLst>
          <pc:docMk/>
          <pc:sldMk cId="3869156309" sldId="432"/>
        </pc:sldMkLst>
      </pc:sldChg>
      <pc:sldChg chg="del">
        <pc:chgData name="Sarah Malaeb" userId="469b1cc2f682dd7f" providerId="LiveId" clId="{F9E3AF0D-DA5D-44CD-9144-FF819748A1A8}" dt="2025-09-17T05:11:34.874" v="727" actId="47"/>
        <pc:sldMkLst>
          <pc:docMk/>
          <pc:sldMk cId="2899562461" sldId="433"/>
        </pc:sldMkLst>
      </pc:sldChg>
      <pc:sldChg chg="del">
        <pc:chgData name="Sarah Malaeb" userId="469b1cc2f682dd7f" providerId="LiveId" clId="{F9E3AF0D-DA5D-44CD-9144-FF819748A1A8}" dt="2025-09-17T05:11:34.874" v="727" actId="47"/>
        <pc:sldMkLst>
          <pc:docMk/>
          <pc:sldMk cId="1526158506" sldId="434"/>
        </pc:sldMkLst>
      </pc:sldChg>
      <pc:sldChg chg="del">
        <pc:chgData name="Sarah Malaeb" userId="469b1cc2f682dd7f" providerId="LiveId" clId="{F9E3AF0D-DA5D-44CD-9144-FF819748A1A8}" dt="2025-09-17T05:11:34.874" v="727" actId="47"/>
        <pc:sldMkLst>
          <pc:docMk/>
          <pc:sldMk cId="3284057169" sldId="435"/>
        </pc:sldMkLst>
      </pc:sldChg>
      <pc:sldChg chg="del">
        <pc:chgData name="Sarah Malaeb" userId="469b1cc2f682dd7f" providerId="LiveId" clId="{F9E3AF0D-DA5D-44CD-9144-FF819748A1A8}" dt="2025-09-17T05:11:34.874" v="727" actId="47"/>
        <pc:sldMkLst>
          <pc:docMk/>
          <pc:sldMk cId="3445970023" sldId="436"/>
        </pc:sldMkLst>
      </pc:sldChg>
      <pc:sldChg chg="del">
        <pc:chgData name="Sarah Malaeb" userId="469b1cc2f682dd7f" providerId="LiveId" clId="{F9E3AF0D-DA5D-44CD-9144-FF819748A1A8}" dt="2025-09-17T05:11:34.874" v="727" actId="47"/>
        <pc:sldMkLst>
          <pc:docMk/>
          <pc:sldMk cId="536449197" sldId="437"/>
        </pc:sldMkLst>
      </pc:sldChg>
      <pc:sldChg chg="del">
        <pc:chgData name="Sarah Malaeb" userId="469b1cc2f682dd7f" providerId="LiveId" clId="{F9E3AF0D-DA5D-44CD-9144-FF819748A1A8}" dt="2025-09-17T05:11:34.874" v="727" actId="47"/>
        <pc:sldMkLst>
          <pc:docMk/>
          <pc:sldMk cId="490781117" sldId="438"/>
        </pc:sldMkLst>
      </pc:sldChg>
      <pc:sldChg chg="del">
        <pc:chgData name="Sarah Malaeb" userId="469b1cc2f682dd7f" providerId="LiveId" clId="{F9E3AF0D-DA5D-44CD-9144-FF819748A1A8}" dt="2025-09-17T05:11:34.874" v="727" actId="47"/>
        <pc:sldMkLst>
          <pc:docMk/>
          <pc:sldMk cId="630009029" sldId="439"/>
        </pc:sldMkLst>
      </pc:sldChg>
      <pc:sldChg chg="del">
        <pc:chgData name="Sarah Malaeb" userId="469b1cc2f682dd7f" providerId="LiveId" clId="{F9E3AF0D-DA5D-44CD-9144-FF819748A1A8}" dt="2025-09-17T05:11:34.874" v="727" actId="47"/>
        <pc:sldMkLst>
          <pc:docMk/>
          <pc:sldMk cId="1331867653" sldId="440"/>
        </pc:sldMkLst>
      </pc:sldChg>
      <pc:sldChg chg="modSp del mod">
        <pc:chgData name="Sarah Malaeb" userId="469b1cc2f682dd7f" providerId="LiveId" clId="{F9E3AF0D-DA5D-44CD-9144-FF819748A1A8}" dt="2025-09-17T05:11:34.874" v="727" actId="47"/>
        <pc:sldMkLst>
          <pc:docMk/>
          <pc:sldMk cId="166432417" sldId="441"/>
        </pc:sldMkLst>
      </pc:sldChg>
      <pc:sldChg chg="del">
        <pc:chgData name="Sarah Malaeb" userId="469b1cc2f682dd7f" providerId="LiveId" clId="{F9E3AF0D-DA5D-44CD-9144-FF819748A1A8}" dt="2025-09-17T05:11:34.874" v="727" actId="47"/>
        <pc:sldMkLst>
          <pc:docMk/>
          <pc:sldMk cId="776806474" sldId="442"/>
        </pc:sldMkLst>
      </pc:sldChg>
      <pc:sldChg chg="del">
        <pc:chgData name="Sarah Malaeb" userId="469b1cc2f682dd7f" providerId="LiveId" clId="{F9E3AF0D-DA5D-44CD-9144-FF819748A1A8}" dt="2025-09-17T05:11:34.874" v="727" actId="47"/>
        <pc:sldMkLst>
          <pc:docMk/>
          <pc:sldMk cId="1487119595" sldId="444"/>
        </pc:sldMkLst>
      </pc:sldChg>
      <pc:sldChg chg="del">
        <pc:chgData name="Sarah Malaeb" userId="469b1cc2f682dd7f" providerId="LiveId" clId="{F9E3AF0D-DA5D-44CD-9144-FF819748A1A8}" dt="2025-09-17T05:11:34.874" v="727" actId="47"/>
        <pc:sldMkLst>
          <pc:docMk/>
          <pc:sldMk cId="341366259" sldId="445"/>
        </pc:sldMkLst>
      </pc:sldChg>
      <pc:sldChg chg="del">
        <pc:chgData name="Sarah Malaeb" userId="469b1cc2f682dd7f" providerId="LiveId" clId="{F9E3AF0D-DA5D-44CD-9144-FF819748A1A8}" dt="2025-09-17T05:11:34.874" v="727" actId="47"/>
        <pc:sldMkLst>
          <pc:docMk/>
          <pc:sldMk cId="3430762943" sldId="446"/>
        </pc:sldMkLst>
      </pc:sldChg>
      <pc:sldChg chg="addSp delSp modSp new del mod modShow">
        <pc:chgData name="Sarah Malaeb" userId="469b1cc2f682dd7f" providerId="LiveId" clId="{F9E3AF0D-DA5D-44CD-9144-FF819748A1A8}" dt="2025-09-17T05:11:34.874" v="727" actId="47"/>
        <pc:sldMkLst>
          <pc:docMk/>
          <pc:sldMk cId="3378958582" sldId="447"/>
        </pc:sldMkLst>
      </pc:sldChg>
      <pc:sldChg chg="addSp delSp modSp new del mod">
        <pc:chgData name="Sarah Malaeb" userId="469b1cc2f682dd7f" providerId="LiveId" clId="{F9E3AF0D-DA5D-44CD-9144-FF819748A1A8}" dt="2025-09-17T05:11:34.874" v="727" actId="47"/>
        <pc:sldMkLst>
          <pc:docMk/>
          <pc:sldMk cId="73073733" sldId="448"/>
        </pc:sldMkLst>
      </pc:sldChg>
      <pc:sldMasterChg chg="addSp modSp mod">
        <pc:chgData name="Sarah Malaeb" userId="469b1cc2f682dd7f" providerId="LiveId" clId="{F9E3AF0D-DA5D-44CD-9144-FF819748A1A8}" dt="2025-09-17T02:03:20.780" v="31" actId="14100"/>
        <pc:sldMasterMkLst>
          <pc:docMk/>
          <pc:sldMasterMk cId="3563110091" sldId="2147483720"/>
        </pc:sldMasterMkLst>
        <pc:spChg chg="mod">
          <ac:chgData name="Sarah Malaeb" userId="469b1cc2f682dd7f" providerId="LiveId" clId="{F9E3AF0D-DA5D-44CD-9144-FF819748A1A8}" dt="2025-09-17T02:02:52.894" v="15" actId="20577"/>
          <ac:spMkLst>
            <pc:docMk/>
            <pc:sldMasterMk cId="3563110091" sldId="2147483720"/>
            <ac:spMk id="8" creationId="{41CFEAA8-DBD3-2FAB-1673-FDD0891CB07B}"/>
          </ac:spMkLst>
        </pc:spChg>
        <pc:spChg chg="add mod">
          <ac:chgData name="Sarah Malaeb" userId="469b1cc2f682dd7f" providerId="LiveId" clId="{F9E3AF0D-DA5D-44CD-9144-FF819748A1A8}" dt="2025-09-17T02:03:20.780" v="31" actId="14100"/>
          <ac:spMkLst>
            <pc:docMk/>
            <pc:sldMasterMk cId="3563110091" sldId="2147483720"/>
            <ac:spMk id="9" creationId="{2004D6D3-BEFD-4573-D9FC-B4E7151E049A}"/>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508A6E-A772-47C3-99A4-C0922ADFB23E}" type="datetimeFigureOut">
              <a:rPr lang="en-US" smtClean="0"/>
              <a:t>10/7/2025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DBBFBD-3AA9-4A76-9695-EEA0F9F8864E}" type="slidenum">
              <a:rPr lang="en-US" smtClean="0"/>
              <a:t>‹#›</a:t>
            </a:fld>
            <a:endParaRPr lang="en-US"/>
          </a:p>
        </p:txBody>
      </p:sp>
    </p:spTree>
    <p:extLst>
      <p:ext uri="{BB962C8B-B14F-4D97-AF65-F5344CB8AC3E}">
        <p14:creationId xmlns:p14="http://schemas.microsoft.com/office/powerpoint/2010/main" val="1576951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0000"/>
                    <a:lumOff val="10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BEF1980B-5D51-4CA3-BE93-F8F6B0435303}" type="datetimeFigureOut">
              <a:rPr lang="fr-FR" smtClean="0"/>
              <a:t>07/10/2025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B90AE68-A321-4FAF-ACD7-3305A550DB6B}" type="slidenum">
              <a:rPr lang="fr-FR" smtClean="0"/>
              <a:t>‹#›</a:t>
            </a:fld>
            <a:endParaRPr lang="fr-FR"/>
          </a:p>
        </p:txBody>
      </p:sp>
      <p:cxnSp>
        <p:nvCxnSpPr>
          <p:cNvPr id="8" name="Straight Connector 7"/>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2503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F1980B-5D51-4CA3-BE93-F8F6B0435303}" type="datetimeFigureOut">
              <a:rPr lang="fr-FR" smtClean="0"/>
              <a:t>07/10/2025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B90AE68-A321-4FAF-ACD7-3305A550DB6B}" type="slidenum">
              <a:rPr lang="fr-FR" smtClean="0"/>
              <a:t>‹#›</a:t>
            </a:fld>
            <a:endParaRPr lang="fr-FR"/>
          </a:p>
        </p:txBody>
      </p:sp>
    </p:spTree>
    <p:extLst>
      <p:ext uri="{BB962C8B-B14F-4D97-AF65-F5344CB8AC3E}">
        <p14:creationId xmlns:p14="http://schemas.microsoft.com/office/powerpoint/2010/main" val="3246874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0000"/>
                    <a:lumOff val="1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F1980B-5D51-4CA3-BE93-F8F6B0435303}" type="datetimeFigureOut">
              <a:rPr lang="fr-FR" smtClean="0"/>
              <a:t>07/10/2025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B90AE68-A321-4FAF-ACD7-3305A550DB6B}" type="slidenum">
              <a:rPr lang="fr-FR" smtClean="0"/>
              <a:t>‹#›</a:t>
            </a:fld>
            <a:endParaRPr lang="fr-FR"/>
          </a:p>
        </p:txBody>
      </p:sp>
      <p:cxnSp>
        <p:nvCxnSpPr>
          <p:cNvPr id="8" name="Straight Connector 7"/>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0165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8"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F1980B-5D51-4CA3-BE93-F8F6B0435303}" type="datetimeFigureOut">
              <a:rPr lang="fr-FR" smtClean="0"/>
              <a:t>07/10/2025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BB90AE68-A321-4FAF-ACD7-3305A550DB6B}" type="slidenum">
              <a:rPr lang="fr-FR" smtClean="0"/>
              <a:t>‹#›</a:t>
            </a:fld>
            <a:endParaRPr lang="fr-FR"/>
          </a:p>
        </p:txBody>
      </p:sp>
    </p:spTree>
    <p:extLst>
      <p:ext uri="{BB962C8B-B14F-4D97-AF65-F5344CB8AC3E}">
        <p14:creationId xmlns:p14="http://schemas.microsoft.com/office/powerpoint/2010/main" val="5872217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lumMod val="75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lIns="45720" rIns="457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89320"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lumMod val="7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89320" y="2967788"/>
            <a:ext cx="4754880" cy="3341572"/>
          </a:xfrm>
        </p:spPr>
        <p:txBody>
          <a:bodyPr lIns="45720" rIns="457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EF1980B-5D51-4CA3-BE93-F8F6B0435303}" type="datetimeFigureOut">
              <a:rPr lang="fr-FR" smtClean="0"/>
              <a:t>07/10/2025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BB90AE68-A321-4FAF-ACD7-3305A550DB6B}" type="slidenum">
              <a:rPr lang="fr-FR" smtClean="0"/>
              <a:t>‹#›</a:t>
            </a:fld>
            <a:endParaRPr lang="fr-FR"/>
          </a:p>
        </p:txBody>
      </p:sp>
    </p:spTree>
    <p:extLst>
      <p:ext uri="{BB962C8B-B14F-4D97-AF65-F5344CB8AC3E}">
        <p14:creationId xmlns:p14="http://schemas.microsoft.com/office/powerpoint/2010/main" val="2406480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EF1980B-5D51-4CA3-BE93-F8F6B0435303}" type="datetimeFigureOut">
              <a:rPr lang="fr-FR" smtClean="0"/>
              <a:t>07/10/2025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BB90AE68-A321-4FAF-ACD7-3305A550DB6B}" type="slidenum">
              <a:rPr lang="fr-FR" smtClean="0"/>
              <a:t>‹#›</a:t>
            </a:fld>
            <a:endParaRPr lang="fr-FR"/>
          </a:p>
        </p:txBody>
      </p:sp>
    </p:spTree>
    <p:extLst>
      <p:ext uri="{BB962C8B-B14F-4D97-AF65-F5344CB8AC3E}">
        <p14:creationId xmlns:p14="http://schemas.microsoft.com/office/powerpoint/2010/main" val="1184068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F1980B-5D51-4CA3-BE93-F8F6B0435303}" type="datetimeFigureOut">
              <a:rPr lang="fr-FR" smtClean="0"/>
              <a:t>07/10/2025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BB90AE68-A321-4FAF-ACD7-3305A550DB6B}" type="slidenum">
              <a:rPr lang="fr-FR" smtClean="0"/>
              <a:t>‹#›</a:t>
            </a:fld>
            <a:endParaRPr lang="fr-FR"/>
          </a:p>
        </p:txBody>
      </p:sp>
    </p:spTree>
    <p:extLst>
      <p:ext uri="{BB962C8B-B14F-4D97-AF65-F5344CB8AC3E}">
        <p14:creationId xmlns:p14="http://schemas.microsoft.com/office/powerpoint/2010/main" val="1380328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EF1980B-5D51-4CA3-BE93-F8F6B0435303}" type="datetimeFigureOut">
              <a:rPr lang="fr-FR" smtClean="0"/>
              <a:t>07/10/2025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BB90AE68-A321-4FAF-ACD7-3305A550DB6B}" type="slidenum">
              <a:rPr lang="fr-FR" smtClean="0"/>
              <a:t>‹#›</a:t>
            </a:fld>
            <a:endParaRPr lang="fr-FR"/>
          </a:p>
        </p:txBody>
      </p:sp>
    </p:spTree>
    <p:extLst>
      <p:ext uri="{BB962C8B-B14F-4D97-AF65-F5344CB8AC3E}">
        <p14:creationId xmlns:p14="http://schemas.microsoft.com/office/powerpoint/2010/main" val="762898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0000"/>
                    <a:lumOff val="1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F1980B-5D51-4CA3-BE93-F8F6B0435303}" type="datetimeFigureOut">
              <a:rPr lang="fr-FR" smtClean="0"/>
              <a:t>07/10/2025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BB90AE68-A321-4FAF-ACD7-3305A550DB6B}" type="slidenum">
              <a:rPr lang="fr-FR" smtClean="0"/>
              <a:t>‹#›</a:t>
            </a:fld>
            <a:endParaRPr lang="fr-FR"/>
          </a:p>
        </p:txBody>
      </p:sp>
      <p:cxnSp>
        <p:nvCxnSpPr>
          <p:cNvPr id="9" name="Straight Connector 8"/>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5999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F1980B-5D51-4CA3-BE93-F8F6B0435303}" type="datetimeFigureOut">
              <a:rPr lang="fr-FR" smtClean="0"/>
              <a:t>07/10/2025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B90AE68-A321-4FAF-ACD7-3305A550DB6B}" type="slidenum">
              <a:rPr lang="fr-FR" smtClean="0"/>
              <a:t>‹#›</a:t>
            </a:fld>
            <a:endParaRPr lang="fr-FR"/>
          </a:p>
        </p:txBody>
      </p:sp>
    </p:spTree>
    <p:extLst>
      <p:ext uri="{BB962C8B-B14F-4D97-AF65-F5344CB8AC3E}">
        <p14:creationId xmlns:p14="http://schemas.microsoft.com/office/powerpoint/2010/main" val="2576379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0"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F1980B-5D51-4CA3-BE93-F8F6B0435303}" type="datetimeFigureOut">
              <a:rPr lang="fr-FR" smtClean="0"/>
              <a:t>07/10/2025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B90AE68-A321-4FAF-ACD7-3305A550DB6B}" type="slidenum">
              <a:rPr lang="fr-FR" smtClean="0"/>
              <a:t>‹#›</a:t>
            </a:fld>
            <a:endParaRPr lang="fr-FR"/>
          </a:p>
        </p:txBody>
      </p:sp>
      <p:cxnSp>
        <p:nvCxnSpPr>
          <p:cNvPr id="7" name="Straight Connector 6"/>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5136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1"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8" y="6470704"/>
            <a:ext cx="2154142"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BEF1980B-5D51-4CA3-BE93-F8F6B0435303}" type="datetimeFigureOut">
              <a:rPr lang="fr-FR" smtClean="0"/>
              <a:t>07/10/2025</a:t>
            </a:fld>
            <a:endParaRPr lang="fr-FR"/>
          </a:p>
        </p:txBody>
      </p:sp>
      <p:sp>
        <p:nvSpPr>
          <p:cNvPr id="5" name="Footer Placeholder 4"/>
          <p:cNvSpPr>
            <a:spLocks noGrp="1"/>
          </p:cNvSpPr>
          <p:nvPr>
            <p:ph type="ftr" sz="quarter" idx="3"/>
          </p:nvPr>
        </p:nvSpPr>
        <p:spPr>
          <a:xfrm>
            <a:off x="4842932" y="6470704"/>
            <a:ext cx="5901458" cy="274320"/>
          </a:xfrm>
          <a:prstGeom prst="rect">
            <a:avLst/>
          </a:prstGeom>
        </p:spPr>
        <p:txBody>
          <a:bodyPr vert="horz" lIns="91440" tIns="45720" rIns="91440" bIns="45720" rtlCol="0" anchor="ctr"/>
          <a:lstStyle>
            <a:lvl1pPr algn="r">
              <a:defRPr sz="1000" cap="all" baseline="0">
                <a:solidFill>
                  <a:schemeClr val="tx1">
                    <a:lumMod val="90000"/>
                    <a:lumOff val="10000"/>
                  </a:schemeClr>
                </a:solidFill>
                <a:latin typeface="+mj-lt"/>
              </a:defRPr>
            </a:lvl1pPr>
          </a:lstStyle>
          <a:p>
            <a:endParaRPr lang="fr-FR"/>
          </a:p>
        </p:txBody>
      </p:sp>
      <p:sp>
        <p:nvSpPr>
          <p:cNvPr id="6" name="Slide Number Placeholder 5"/>
          <p:cNvSpPr>
            <a:spLocks noGrp="1"/>
          </p:cNvSpPr>
          <p:nvPr>
            <p:ph type="sldNum" sz="quarter" idx="4"/>
          </p:nvPr>
        </p:nvSpPr>
        <p:spPr>
          <a:xfrm>
            <a:off x="10837334" y="6470704"/>
            <a:ext cx="973666"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BB90AE68-A321-4FAF-ACD7-3305A550DB6B}" type="slidenum">
              <a:rPr lang="fr-FR" smtClean="0"/>
              <a:t>‹#›</a:t>
            </a:fld>
            <a:endParaRPr lang="fr-FR"/>
          </a:p>
        </p:txBody>
      </p:sp>
      <p:cxnSp>
        <p:nvCxnSpPr>
          <p:cNvPr id="7" name="Straight Connector 6"/>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1CFEAA8-DBD3-2FAB-1673-FDD0891CB07B}"/>
              </a:ext>
            </a:extLst>
          </p:cNvPr>
          <p:cNvSpPr txBox="1"/>
          <p:nvPr userDrawn="1"/>
        </p:nvSpPr>
        <p:spPr>
          <a:xfrm>
            <a:off x="5446" y="6510528"/>
            <a:ext cx="1021433" cy="369332"/>
          </a:xfrm>
          <a:prstGeom prst="rect">
            <a:avLst/>
          </a:prstGeom>
          <a:noFill/>
        </p:spPr>
        <p:txBody>
          <a:bodyPr wrap="none" rtlCol="0">
            <a:spAutoFit/>
          </a:bodyPr>
          <a:lstStyle/>
          <a:p>
            <a:r>
              <a:rPr lang="fr-FR" dirty="0"/>
              <a:t>2025-26</a:t>
            </a:r>
            <a:endParaRPr lang="en-US" dirty="0"/>
          </a:p>
        </p:txBody>
      </p:sp>
      <p:sp>
        <p:nvSpPr>
          <p:cNvPr id="9" name="TextBox 8">
            <a:extLst>
              <a:ext uri="{FF2B5EF4-FFF2-40B4-BE49-F238E27FC236}">
                <a16:creationId xmlns:a16="http://schemas.microsoft.com/office/drawing/2014/main" id="{2004D6D3-BEFD-4573-D9FC-B4E7151E049A}"/>
              </a:ext>
            </a:extLst>
          </p:cNvPr>
          <p:cNvSpPr txBox="1"/>
          <p:nvPr userDrawn="1"/>
        </p:nvSpPr>
        <p:spPr>
          <a:xfrm>
            <a:off x="10668001" y="6488668"/>
            <a:ext cx="1518553" cy="369332"/>
          </a:xfrm>
          <a:prstGeom prst="rect">
            <a:avLst/>
          </a:prstGeom>
          <a:noFill/>
        </p:spPr>
        <p:txBody>
          <a:bodyPr wrap="square" rtlCol="0">
            <a:spAutoFit/>
          </a:bodyPr>
          <a:lstStyle/>
          <a:p>
            <a:r>
              <a:rPr lang="fr-FR" dirty="0"/>
              <a:t>Sarah Malaeb</a:t>
            </a:r>
            <a:endParaRPr lang="en-US" dirty="0"/>
          </a:p>
        </p:txBody>
      </p:sp>
    </p:spTree>
    <p:extLst>
      <p:ext uri="{BB962C8B-B14F-4D97-AF65-F5344CB8AC3E}">
        <p14:creationId xmlns:p14="http://schemas.microsoft.com/office/powerpoint/2010/main" val="3563110091"/>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4.png"/><Relationship Id="rId7" Type="http://schemas.openxmlformats.org/officeDocument/2006/relationships/image" Target="../media/image37.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microsoft.com/office/2007/relationships/hdphoto" Target="../media/hdphoto4.wdp"/></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6" Type="http://schemas.microsoft.com/office/2007/relationships/hdphoto" Target="../media/hdphoto6.wdp"/><Relationship Id="rId5" Type="http://schemas.openxmlformats.org/officeDocument/2006/relationships/image" Target="../media/image41.png"/><Relationship Id="rId4" Type="http://schemas.microsoft.com/office/2007/relationships/hdphoto" Target="../media/hdphoto5.wdp"/></Relationships>
</file>

<file path=ppt/slides/_rels/slide3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3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dataaspirant.com/svm-kernels/"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4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4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CCF902-7A3A-FF5E-11F9-CE5B6625A056}"/>
              </a:ext>
            </a:extLst>
          </p:cNvPr>
          <p:cNvSpPr txBox="1"/>
          <p:nvPr/>
        </p:nvSpPr>
        <p:spPr>
          <a:xfrm>
            <a:off x="5435600" y="5386855"/>
            <a:ext cx="4115568" cy="707886"/>
          </a:xfrm>
          <a:prstGeom prst="rect">
            <a:avLst/>
          </a:prstGeom>
          <a:noFill/>
        </p:spPr>
        <p:txBody>
          <a:bodyPr wrap="square" rtlCol="0">
            <a:spAutoFit/>
          </a:bodyPr>
          <a:lstStyle/>
          <a:p>
            <a:pPr algn="ctr"/>
            <a:r>
              <a:rPr lang="fr-FR" sz="2000" dirty="0"/>
              <a:t>Sarah Malaeb</a:t>
            </a:r>
          </a:p>
          <a:p>
            <a:pPr algn="ctr"/>
            <a:r>
              <a:rPr lang="fr-FR" sz="2000" dirty="0"/>
              <a:t>2025-26</a:t>
            </a:r>
            <a:endParaRPr lang="en-US" sz="2000" dirty="0"/>
          </a:p>
        </p:txBody>
      </p:sp>
      <p:sp>
        <p:nvSpPr>
          <p:cNvPr id="6" name="Title 1">
            <a:extLst>
              <a:ext uri="{FF2B5EF4-FFF2-40B4-BE49-F238E27FC236}">
                <a16:creationId xmlns:a16="http://schemas.microsoft.com/office/drawing/2014/main" id="{3C38C1D2-BD47-18CC-DD66-EE9F2CB89EE5}"/>
              </a:ext>
            </a:extLst>
          </p:cNvPr>
          <p:cNvSpPr>
            <a:spLocks noGrp="1"/>
          </p:cNvSpPr>
          <p:nvPr>
            <p:ph type="ctrTitle"/>
          </p:nvPr>
        </p:nvSpPr>
        <p:spPr>
          <a:xfrm>
            <a:off x="116958" y="2135656"/>
            <a:ext cx="11993526" cy="2111223"/>
          </a:xfrm>
        </p:spPr>
        <p:txBody>
          <a:bodyPr>
            <a:normAutofit fontScale="90000"/>
          </a:bodyPr>
          <a:lstStyle/>
          <a:p>
            <a:pPr algn="ctr"/>
            <a:r>
              <a:rPr lang="en-US" dirty="0"/>
              <a:t>Natural Language Processing</a:t>
            </a:r>
            <a:br>
              <a:rPr lang="en-US" dirty="0"/>
            </a:br>
            <a:br>
              <a:rPr lang="en-US" dirty="0"/>
            </a:br>
            <a:r>
              <a:rPr lang="fr-FR" dirty="0"/>
              <a:t>Support </a:t>
            </a:r>
            <a:r>
              <a:rPr lang="fr-FR" dirty="0" err="1"/>
              <a:t>Vector</a:t>
            </a:r>
            <a:r>
              <a:rPr lang="fr-FR" dirty="0"/>
              <a:t> Machine SVM</a:t>
            </a:r>
            <a:br>
              <a:rPr lang="fr-FR" dirty="0"/>
            </a:br>
            <a:r>
              <a:rPr lang="fr-FR" dirty="0"/>
              <a:t>(ou machine à vecteurs de support) </a:t>
            </a:r>
          </a:p>
        </p:txBody>
      </p:sp>
      <p:sp>
        <p:nvSpPr>
          <p:cNvPr id="2" name="TextBox 7">
            <a:extLst>
              <a:ext uri="{FF2B5EF4-FFF2-40B4-BE49-F238E27FC236}">
                <a16:creationId xmlns:a16="http://schemas.microsoft.com/office/drawing/2014/main" id="{23D7D5DC-91C2-4115-3B9C-2C98B49F65CB}"/>
              </a:ext>
            </a:extLst>
          </p:cNvPr>
          <p:cNvSpPr txBox="1"/>
          <p:nvPr/>
        </p:nvSpPr>
        <p:spPr>
          <a:xfrm>
            <a:off x="8411384" y="212247"/>
            <a:ext cx="3458095"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b="1" dirty="0" err="1">
                <a:latin typeface="Times New Roman" panose="02020603050405020304" pitchFamily="18" charset="0"/>
                <a:ea typeface="Times New Roman" panose="02020603050405020304" pitchFamily="18" charset="0"/>
              </a:rPr>
              <a:t>Mastère</a:t>
            </a:r>
            <a:r>
              <a:rPr lang="en-US" b="1" dirty="0">
                <a:latin typeface="Times New Roman" panose="02020603050405020304" pitchFamily="18" charset="0"/>
                <a:ea typeface="Times New Roman" panose="02020603050405020304" pitchFamily="18" charset="0"/>
              </a:rPr>
              <a:t> Data Engineering &amp; AI</a:t>
            </a:r>
            <a:endParaRPr lang="en-US" sz="1800" b="1" dirty="0">
              <a:effectLst/>
              <a:latin typeface="Times New Roman" panose="02020603050405020304" pitchFamily="18" charset="0"/>
              <a:ea typeface="Times New Roman" panose="02020603050405020304" pitchFamily="18" charset="0"/>
            </a:endParaRPr>
          </a:p>
        </p:txBody>
      </p:sp>
      <p:pic>
        <p:nvPicPr>
          <p:cNvPr id="4" name="Picture 3" descr="Espace Presse - Efrei">
            <a:extLst>
              <a:ext uri="{FF2B5EF4-FFF2-40B4-BE49-F238E27FC236}">
                <a16:creationId xmlns:a16="http://schemas.microsoft.com/office/drawing/2014/main" id="{3DAC9192-3694-DD88-946A-506B3ED355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079" y="233473"/>
            <a:ext cx="2135594" cy="6962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63377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58247-58C4-898C-CA0B-CEF5CF45D2D7}"/>
              </a:ext>
            </a:extLst>
          </p:cNvPr>
          <p:cNvSpPr>
            <a:spLocks noGrp="1"/>
          </p:cNvSpPr>
          <p:nvPr>
            <p:ph type="title"/>
          </p:nvPr>
        </p:nvSpPr>
        <p:spPr/>
        <p:txBody>
          <a:bodyPr/>
          <a:lstStyle/>
          <a:p>
            <a:r>
              <a:rPr lang="en-US" dirty="0" err="1"/>
              <a:t>RéférenceS</a:t>
            </a:r>
            <a:r>
              <a:rPr lang="en-US" dirty="0"/>
              <a:t> principals du </a:t>
            </a:r>
            <a:r>
              <a:rPr lang="en-US" dirty="0" err="1"/>
              <a:t>cours</a:t>
            </a:r>
            <a:endParaRPr lang="en-US" dirty="0"/>
          </a:p>
        </p:txBody>
      </p:sp>
      <p:sp>
        <p:nvSpPr>
          <p:cNvPr id="3" name="Content Placeholder 2">
            <a:extLst>
              <a:ext uri="{FF2B5EF4-FFF2-40B4-BE49-F238E27FC236}">
                <a16:creationId xmlns:a16="http://schemas.microsoft.com/office/drawing/2014/main" id="{5882EDC3-0807-5225-F131-5548697913EF}"/>
              </a:ext>
            </a:extLst>
          </p:cNvPr>
          <p:cNvSpPr>
            <a:spLocks noGrp="1"/>
          </p:cNvSpPr>
          <p:nvPr>
            <p:ph idx="1"/>
          </p:nvPr>
        </p:nvSpPr>
        <p:spPr/>
        <p:txBody>
          <a:bodyPr/>
          <a:lstStyle/>
          <a:p>
            <a:r>
              <a:rPr lang="en-US" dirty="0"/>
              <a:t>Deep Learning A-Z, Kirill Eremenko, Hadelin de </a:t>
            </a:r>
            <a:r>
              <a:rPr lang="en-US" dirty="0" err="1"/>
              <a:t>Ponteves</a:t>
            </a:r>
            <a:r>
              <a:rPr lang="en-US" dirty="0"/>
              <a:t>, @SuperDataScience</a:t>
            </a:r>
          </a:p>
          <a:p>
            <a:r>
              <a:rPr lang="en-US" dirty="0"/>
              <a:t>Machine Learning A-Z, Kirill Eremenko, Hadelin de </a:t>
            </a:r>
            <a:r>
              <a:rPr lang="en-US" dirty="0" err="1"/>
              <a:t>Ponteves</a:t>
            </a:r>
            <a:r>
              <a:rPr lang="en-US" dirty="0"/>
              <a:t>, @SuperDataScience</a:t>
            </a:r>
          </a:p>
          <a:p>
            <a:endParaRPr lang="en-US" dirty="0"/>
          </a:p>
          <a:p>
            <a:endParaRPr lang="en-US" dirty="0"/>
          </a:p>
          <a:p>
            <a:endParaRPr lang="en-US" b="1" dirty="0"/>
          </a:p>
          <a:p>
            <a:endParaRPr lang="en-US" dirty="0"/>
          </a:p>
        </p:txBody>
      </p:sp>
    </p:spTree>
    <p:extLst>
      <p:ext uri="{BB962C8B-B14F-4D97-AF65-F5344CB8AC3E}">
        <p14:creationId xmlns:p14="http://schemas.microsoft.com/office/powerpoint/2010/main" val="4068894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7E47667-8CE3-466C-B745-9411E1CE3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DF44D33-97EB-4277-B538-B458E3FD16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258" y="620720"/>
            <a:ext cx="7315732" cy="55931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A6D9F5B-B015-EC25-44BD-D8B22A86E95D}"/>
              </a:ext>
            </a:extLst>
          </p:cNvPr>
          <p:cNvSpPr>
            <a:spLocks noGrp="1"/>
          </p:cNvSpPr>
          <p:nvPr>
            <p:ph type="ctrTitle"/>
          </p:nvPr>
        </p:nvSpPr>
        <p:spPr>
          <a:xfrm>
            <a:off x="1079946" y="1105351"/>
            <a:ext cx="6420707" cy="3023981"/>
          </a:xfrm>
        </p:spPr>
        <p:txBody>
          <a:bodyPr anchor="b">
            <a:normAutofit/>
          </a:bodyPr>
          <a:lstStyle/>
          <a:p>
            <a:pPr algn="l"/>
            <a:r>
              <a:rPr lang="en-US" sz="4800" dirty="0" err="1"/>
              <a:t>Récap</a:t>
            </a:r>
            <a:r>
              <a:rPr lang="en-US" sz="4800" dirty="0"/>
              <a:t> :</a:t>
            </a:r>
            <a:br>
              <a:rPr lang="en-US" sz="4800" dirty="0"/>
            </a:br>
            <a:r>
              <a:rPr lang="en-US" sz="4800" dirty="0"/>
              <a:t>ML </a:t>
            </a:r>
            <a:r>
              <a:rPr lang="en-US" sz="4800" dirty="0" err="1"/>
              <a:t>Supervisé</a:t>
            </a:r>
            <a:r>
              <a:rPr lang="en-US" sz="4800" dirty="0"/>
              <a:t> </a:t>
            </a:r>
            <a:br>
              <a:rPr lang="en-US" sz="4800" dirty="0"/>
            </a:br>
            <a:r>
              <a:rPr lang="en-US" sz="4800" dirty="0"/>
              <a:t>+ Evaluation des </a:t>
            </a:r>
            <a:r>
              <a:rPr lang="en-US" sz="4800" dirty="0" err="1"/>
              <a:t>modèles</a:t>
            </a:r>
            <a:endParaRPr lang="en-US" sz="4800" dirty="0">
              <a:solidFill>
                <a:srgbClr val="FFFFFF"/>
              </a:solidFill>
            </a:endParaRPr>
          </a:p>
        </p:txBody>
      </p:sp>
      <p:cxnSp>
        <p:nvCxnSpPr>
          <p:cNvPr id="19" name="Straight Connector 18">
            <a:extLst>
              <a:ext uri="{FF2B5EF4-FFF2-40B4-BE49-F238E27FC236}">
                <a16:creationId xmlns:a16="http://schemas.microsoft.com/office/drawing/2014/main" id="{11534F52-E710-4998-921B-6147812C18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79946"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9D0A23D-BBDB-4BEA-8515-A7D0DF9B30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6334" y="620720"/>
            <a:ext cx="3425490" cy="559316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42847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60D4D-A2AB-970F-D19F-1AC23A33F446}"/>
              </a:ext>
            </a:extLst>
          </p:cNvPr>
          <p:cNvSpPr>
            <a:spLocks noGrp="1"/>
          </p:cNvSpPr>
          <p:nvPr>
            <p:ph type="title"/>
          </p:nvPr>
        </p:nvSpPr>
        <p:spPr>
          <a:xfrm>
            <a:off x="1024128" y="585216"/>
            <a:ext cx="10800726" cy="1499616"/>
          </a:xfrm>
        </p:spPr>
        <p:txBody>
          <a:bodyPr/>
          <a:lstStyle/>
          <a:p>
            <a:r>
              <a:rPr lang="en-US" dirty="0" err="1"/>
              <a:t>Récap</a:t>
            </a:r>
            <a:r>
              <a:rPr lang="en-US" dirty="0"/>
              <a:t> – ML </a:t>
            </a:r>
            <a:r>
              <a:rPr lang="en-US" dirty="0" err="1"/>
              <a:t>Supervisé</a:t>
            </a:r>
            <a:r>
              <a:rPr lang="en-US" dirty="0"/>
              <a:t> + Evaluation des </a:t>
            </a:r>
            <a:r>
              <a:rPr lang="en-US" dirty="0" err="1"/>
              <a:t>modèles</a:t>
            </a:r>
            <a:endParaRPr lang="en-US" dirty="0"/>
          </a:p>
        </p:txBody>
      </p:sp>
      <p:sp>
        <p:nvSpPr>
          <p:cNvPr id="3" name="Content Placeholder 2">
            <a:extLst>
              <a:ext uri="{FF2B5EF4-FFF2-40B4-BE49-F238E27FC236}">
                <a16:creationId xmlns:a16="http://schemas.microsoft.com/office/drawing/2014/main" id="{4F946552-9081-78C7-CBF5-D2465310EBFB}"/>
              </a:ext>
            </a:extLst>
          </p:cNvPr>
          <p:cNvSpPr>
            <a:spLocks noGrp="1"/>
          </p:cNvSpPr>
          <p:nvPr>
            <p:ph idx="1"/>
          </p:nvPr>
        </p:nvSpPr>
        <p:spPr>
          <a:xfrm>
            <a:off x="1024128" y="2286000"/>
            <a:ext cx="10800727" cy="4023360"/>
          </a:xfrm>
        </p:spPr>
        <p:txBody>
          <a:bodyPr/>
          <a:lstStyle/>
          <a:p>
            <a:r>
              <a:rPr lang="fr-FR" dirty="0"/>
              <a:t>L’approche de l'apprentissage automatique dans laquelle un système est formé sur des données et utilise ces informations pour faire des prédictions ou prendre des décisions.</a:t>
            </a:r>
          </a:p>
          <a:p>
            <a:endParaRPr lang="en-US" dirty="0"/>
          </a:p>
        </p:txBody>
      </p:sp>
      <p:pic>
        <p:nvPicPr>
          <p:cNvPr id="4" name="Picture 3">
            <a:extLst>
              <a:ext uri="{FF2B5EF4-FFF2-40B4-BE49-F238E27FC236}">
                <a16:creationId xmlns:a16="http://schemas.microsoft.com/office/drawing/2014/main" id="{CAE8C78F-2C8F-F641-0312-E9A48B08B231}"/>
              </a:ext>
            </a:extLst>
          </p:cNvPr>
          <p:cNvPicPr>
            <a:picLocks noChangeAspect="1"/>
          </p:cNvPicPr>
          <p:nvPr/>
        </p:nvPicPr>
        <p:blipFill>
          <a:blip r:embed="rId2"/>
          <a:stretch>
            <a:fillRect/>
          </a:stretch>
        </p:blipFill>
        <p:spPr>
          <a:xfrm>
            <a:off x="2838384" y="3086263"/>
            <a:ext cx="6208339" cy="3408500"/>
          </a:xfrm>
          <a:prstGeom prst="rect">
            <a:avLst/>
          </a:prstGeom>
        </p:spPr>
      </p:pic>
      <p:sp>
        <p:nvSpPr>
          <p:cNvPr id="6" name="Text Placeholder 3">
            <a:extLst>
              <a:ext uri="{FF2B5EF4-FFF2-40B4-BE49-F238E27FC236}">
                <a16:creationId xmlns:a16="http://schemas.microsoft.com/office/drawing/2014/main" id="{4E4DBB40-0A30-C4FC-3F81-51CD8B6AB936}"/>
              </a:ext>
            </a:extLst>
          </p:cNvPr>
          <p:cNvSpPr txBox="1">
            <a:spLocks/>
          </p:cNvSpPr>
          <p:nvPr/>
        </p:nvSpPr>
        <p:spPr>
          <a:xfrm>
            <a:off x="953764" y="1586647"/>
            <a:ext cx="7581014" cy="756364"/>
          </a:xfrm>
          <a:prstGeom prst="rect">
            <a:avLst/>
          </a:prstGeom>
        </p:spPr>
        <p:txBody>
          <a:bodyPr vert="horz" lIns="137160" tIns="45720" rIns="137160" bIns="45720" rtlCol="0" anchor="ctr">
            <a:normAutofit/>
          </a:bodyPr>
          <a:lstStyle>
            <a:lvl1pPr marL="0" indent="0" algn="l" defTabSz="914400" rtl="0" eaLnBrk="1" latinLnBrk="0" hangingPunct="1">
              <a:lnSpc>
                <a:spcPct val="90000"/>
              </a:lnSpc>
              <a:spcBef>
                <a:spcPts val="0"/>
              </a:spcBef>
              <a:spcAft>
                <a:spcPts val="0"/>
              </a:spcAft>
              <a:buClr>
                <a:schemeClr val="tx1"/>
              </a:buClr>
              <a:buSzPct val="100000"/>
              <a:buFont typeface="Arial" panose="020B0604020202020204" pitchFamily="34" charset="0"/>
              <a:buNone/>
              <a:defRPr kumimoji="0" lang="en-US" sz="2800" b="1" i="0" u="none" strike="noStrike" kern="0" cap="none" spc="0" normalizeH="0" baseline="0">
                <a:ln>
                  <a:noFill/>
                </a:ln>
                <a:solidFill>
                  <a:srgbClr val="5B9BD5"/>
                </a:solidFill>
                <a:effectLst/>
                <a:highlight>
                  <a:srgbClr val="FFFFFF"/>
                </a:highlight>
                <a:uLnTx/>
                <a:uFillTx/>
                <a:latin typeface="Calibri" panose="020F0502020204030204" pitchFamily="34" charset="0"/>
                <a:ea typeface="+mn-ea"/>
                <a:cs typeface="Calibri" panose="020F0502020204030204" pitchFamily="34" charset="0"/>
              </a:defRPr>
            </a:lvl1pPr>
            <a:lvl2pPr marL="457200" indent="0" algn="l" defTabSz="914400" rtl="0" eaLnBrk="1" latinLnBrk="0" hangingPunct="1">
              <a:lnSpc>
                <a:spcPct val="90000"/>
              </a:lnSpc>
              <a:spcBef>
                <a:spcPts val="200"/>
              </a:spcBef>
              <a:spcAft>
                <a:spcPts val="400"/>
              </a:spcAft>
              <a:buClr>
                <a:schemeClr val="tx1"/>
              </a:buClr>
              <a:buFont typeface="Wingdings 3" pitchFamily="18" charset="2"/>
              <a:buNone/>
              <a:defRPr sz="2000" b="1" kern="1200">
                <a:solidFill>
                  <a:schemeClr val="tx1"/>
                </a:solidFill>
                <a:latin typeface="Calibri" panose="020F0502020204030204" pitchFamily="34" charset="0"/>
                <a:ea typeface="+mn-ea"/>
                <a:cs typeface="Calibri" panose="020F0502020204030204" pitchFamily="34" charset="0"/>
              </a:defRPr>
            </a:lvl2pPr>
            <a:lvl3pPr marL="914400" indent="0" algn="l" defTabSz="914400" rtl="0" eaLnBrk="1" latinLnBrk="0" hangingPunct="1">
              <a:lnSpc>
                <a:spcPct val="90000"/>
              </a:lnSpc>
              <a:spcBef>
                <a:spcPts val="200"/>
              </a:spcBef>
              <a:spcAft>
                <a:spcPts val="400"/>
              </a:spcAft>
              <a:buClr>
                <a:schemeClr val="tx1"/>
              </a:buClr>
              <a:buFont typeface="Wingdings 3" pitchFamily="18" charset="2"/>
              <a:buNone/>
              <a:defRPr sz="1800" b="1" kern="1200">
                <a:solidFill>
                  <a:schemeClr val="tx1"/>
                </a:solidFill>
                <a:latin typeface="Calibri" panose="020F0502020204030204" pitchFamily="34" charset="0"/>
                <a:ea typeface="+mn-ea"/>
                <a:cs typeface="Calibri" panose="020F0502020204030204" pitchFamily="34" charset="0"/>
              </a:defRPr>
            </a:lvl3pPr>
            <a:lvl4pPr marL="13716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Calibri" panose="020F0502020204030204" pitchFamily="34" charset="0"/>
                <a:ea typeface="+mn-ea"/>
                <a:cs typeface="Calibri" panose="020F0502020204030204" pitchFamily="34" charset="0"/>
              </a:defRPr>
            </a:lvl4pPr>
            <a:lvl5pPr marL="18288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
                <a:srgbClr val="2E2B21"/>
              </a:buClr>
              <a:buSzPct val="100000"/>
              <a:buFont typeface="Arial" panose="020B0604020202020204" pitchFamily="34" charset="0"/>
              <a:buNone/>
              <a:tabLst/>
              <a:defRPr/>
            </a:pPr>
            <a:r>
              <a:rPr kumimoji="0" lang="fr-FR" sz="2800" b="1" i="0" u="sng" strike="noStrike" kern="0" cap="none" spc="0" normalizeH="0" baseline="0" noProof="0" dirty="0">
                <a:ln>
                  <a:noFill/>
                </a:ln>
                <a:solidFill>
                  <a:srgbClr val="5B9BD5"/>
                </a:solidFill>
                <a:effectLst/>
                <a:highlight>
                  <a:srgbClr val="FFFFFF"/>
                </a:highlight>
                <a:uLnTx/>
                <a:uFillTx/>
                <a:latin typeface="Calibri" panose="020F0502020204030204" pitchFamily="34" charset="0"/>
                <a:ea typeface="+mn-ea"/>
                <a:cs typeface="Calibri" panose="020F0502020204030204" pitchFamily="34" charset="0"/>
              </a:rPr>
              <a:t>Machine Learning = Apprentissage Automatique</a:t>
            </a:r>
          </a:p>
        </p:txBody>
      </p:sp>
    </p:spTree>
    <p:extLst>
      <p:ext uri="{BB962C8B-B14F-4D97-AF65-F5344CB8AC3E}">
        <p14:creationId xmlns:p14="http://schemas.microsoft.com/office/powerpoint/2010/main" val="2973348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FEE4C-16CF-B024-E01B-0743AFB7CA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637854-1F4C-7886-8BB0-B3FB7AFBD475}"/>
              </a:ext>
            </a:extLst>
          </p:cNvPr>
          <p:cNvSpPr>
            <a:spLocks noGrp="1"/>
          </p:cNvSpPr>
          <p:nvPr>
            <p:ph type="title"/>
          </p:nvPr>
        </p:nvSpPr>
        <p:spPr>
          <a:xfrm>
            <a:off x="1024128" y="585216"/>
            <a:ext cx="10800726" cy="1499616"/>
          </a:xfrm>
        </p:spPr>
        <p:txBody>
          <a:bodyPr/>
          <a:lstStyle/>
          <a:p>
            <a:r>
              <a:rPr lang="en-US" dirty="0" err="1"/>
              <a:t>Récap</a:t>
            </a:r>
            <a:r>
              <a:rPr lang="en-US" dirty="0"/>
              <a:t> – ML </a:t>
            </a:r>
            <a:r>
              <a:rPr lang="en-US" dirty="0" err="1"/>
              <a:t>Supervisé</a:t>
            </a:r>
            <a:r>
              <a:rPr lang="en-US" dirty="0"/>
              <a:t> + Evaluation des </a:t>
            </a:r>
            <a:r>
              <a:rPr lang="en-US" dirty="0" err="1"/>
              <a:t>modèles</a:t>
            </a:r>
            <a:endParaRPr lang="en-US" dirty="0"/>
          </a:p>
        </p:txBody>
      </p:sp>
      <p:sp>
        <p:nvSpPr>
          <p:cNvPr id="3" name="Content Placeholder 2">
            <a:extLst>
              <a:ext uri="{FF2B5EF4-FFF2-40B4-BE49-F238E27FC236}">
                <a16:creationId xmlns:a16="http://schemas.microsoft.com/office/drawing/2014/main" id="{3353EDC6-05B1-2AE1-4028-E923E188C99D}"/>
              </a:ext>
            </a:extLst>
          </p:cNvPr>
          <p:cNvSpPr>
            <a:spLocks noGrp="1"/>
          </p:cNvSpPr>
          <p:nvPr>
            <p:ph idx="1"/>
          </p:nvPr>
        </p:nvSpPr>
        <p:spPr>
          <a:xfrm>
            <a:off x="1024128" y="2343010"/>
            <a:ext cx="8158783" cy="4349620"/>
          </a:xfrm>
        </p:spPr>
        <p:txBody>
          <a:bodyPr>
            <a:normAutofit/>
          </a:bodyPr>
          <a:lstStyle/>
          <a:p>
            <a:pPr algn="just">
              <a:buFont typeface="Arial" panose="020B0604020202020204" pitchFamily="34" charset="0"/>
              <a:buChar char="•"/>
            </a:pPr>
            <a:r>
              <a:rPr lang="fr-FR" b="1" dirty="0"/>
              <a:t>C’est une approche de l'apprentissage automatique où un modèle est formé à partir de </a:t>
            </a:r>
            <a:r>
              <a:rPr lang="fr-FR" b="1" dirty="0">
                <a:highlight>
                  <a:srgbClr val="FFFF00"/>
                </a:highlight>
              </a:rPr>
              <a:t>données étiquetées</a:t>
            </a:r>
            <a:r>
              <a:rPr lang="fr-FR" b="1" dirty="0"/>
              <a:t>, avec des entrées et des sorties connues.</a:t>
            </a:r>
          </a:p>
          <a:p>
            <a:pPr algn="just">
              <a:buFont typeface="Arial" panose="020B0604020202020204" pitchFamily="34" charset="0"/>
              <a:buChar char="•"/>
            </a:pPr>
            <a:r>
              <a:rPr lang="fr-FR" dirty="0"/>
              <a:t>Il utilisé afin de faire des prédictions ou de classifier de nouvelles données en se basant sur les patterns identifiés dans les exemples d'entraînement.</a:t>
            </a:r>
          </a:p>
          <a:p>
            <a:pPr algn="just"/>
            <a:r>
              <a:rPr lang="fr-FR" dirty="0"/>
              <a:t>On distingue principalement deux types de problèmes :</a:t>
            </a:r>
          </a:p>
          <a:p>
            <a:pPr lvl="1" algn="just"/>
            <a:r>
              <a:rPr lang="fr-FR" sz="2200" b="1" dirty="0"/>
              <a:t>Classification</a:t>
            </a:r>
            <a:r>
              <a:rPr lang="fr-FR" sz="2200" dirty="0"/>
              <a:t> </a:t>
            </a:r>
          </a:p>
          <a:p>
            <a:pPr lvl="1" algn="just"/>
            <a:r>
              <a:rPr lang="fr-FR" sz="2200" b="1" dirty="0"/>
              <a:t>Régression</a:t>
            </a:r>
            <a:r>
              <a:rPr lang="fr-FR" dirty="0"/>
              <a:t> </a:t>
            </a:r>
            <a:endParaRPr lang="en-US" dirty="0"/>
          </a:p>
          <a:p>
            <a:endParaRPr lang="fr-FR" dirty="0"/>
          </a:p>
          <a:p>
            <a:endParaRPr lang="en-US" dirty="0"/>
          </a:p>
        </p:txBody>
      </p:sp>
      <p:sp>
        <p:nvSpPr>
          <p:cNvPr id="6" name="Text Placeholder 3">
            <a:extLst>
              <a:ext uri="{FF2B5EF4-FFF2-40B4-BE49-F238E27FC236}">
                <a16:creationId xmlns:a16="http://schemas.microsoft.com/office/drawing/2014/main" id="{885AD21D-2EBE-017B-7A6F-5E04098F6F3B}"/>
              </a:ext>
            </a:extLst>
          </p:cNvPr>
          <p:cNvSpPr txBox="1">
            <a:spLocks/>
          </p:cNvSpPr>
          <p:nvPr/>
        </p:nvSpPr>
        <p:spPr>
          <a:xfrm>
            <a:off x="953764" y="1586647"/>
            <a:ext cx="7581014" cy="756364"/>
          </a:xfrm>
          <a:prstGeom prst="rect">
            <a:avLst/>
          </a:prstGeom>
        </p:spPr>
        <p:txBody>
          <a:bodyPr vert="horz" lIns="137160" tIns="45720" rIns="137160" bIns="45720" rtlCol="0" anchor="ctr">
            <a:normAutofit/>
          </a:bodyPr>
          <a:lstStyle>
            <a:lvl1pPr marL="0" indent="0" algn="l" defTabSz="914400" rtl="0" eaLnBrk="1" latinLnBrk="0" hangingPunct="1">
              <a:lnSpc>
                <a:spcPct val="90000"/>
              </a:lnSpc>
              <a:spcBef>
                <a:spcPts val="0"/>
              </a:spcBef>
              <a:spcAft>
                <a:spcPts val="0"/>
              </a:spcAft>
              <a:buClr>
                <a:schemeClr val="tx1"/>
              </a:buClr>
              <a:buSzPct val="100000"/>
              <a:buFont typeface="Arial" panose="020B0604020202020204" pitchFamily="34" charset="0"/>
              <a:buNone/>
              <a:defRPr kumimoji="0" lang="en-US" sz="2800" b="1" i="0" u="none" strike="noStrike" kern="0" cap="none" spc="0" normalizeH="0" baseline="0">
                <a:ln>
                  <a:noFill/>
                </a:ln>
                <a:solidFill>
                  <a:srgbClr val="5B9BD5"/>
                </a:solidFill>
                <a:effectLst/>
                <a:highlight>
                  <a:srgbClr val="FFFFFF"/>
                </a:highlight>
                <a:uLnTx/>
                <a:uFillTx/>
                <a:latin typeface="Calibri" panose="020F0502020204030204" pitchFamily="34" charset="0"/>
                <a:ea typeface="+mn-ea"/>
                <a:cs typeface="Calibri" panose="020F0502020204030204" pitchFamily="34" charset="0"/>
              </a:defRPr>
            </a:lvl1pPr>
            <a:lvl2pPr marL="457200" indent="0" algn="l" defTabSz="914400" rtl="0" eaLnBrk="1" latinLnBrk="0" hangingPunct="1">
              <a:lnSpc>
                <a:spcPct val="90000"/>
              </a:lnSpc>
              <a:spcBef>
                <a:spcPts val="200"/>
              </a:spcBef>
              <a:spcAft>
                <a:spcPts val="400"/>
              </a:spcAft>
              <a:buClr>
                <a:schemeClr val="tx1"/>
              </a:buClr>
              <a:buFont typeface="Wingdings 3" pitchFamily="18" charset="2"/>
              <a:buNone/>
              <a:defRPr sz="2000" b="1" kern="1200">
                <a:solidFill>
                  <a:schemeClr val="tx1"/>
                </a:solidFill>
                <a:latin typeface="Calibri" panose="020F0502020204030204" pitchFamily="34" charset="0"/>
                <a:ea typeface="+mn-ea"/>
                <a:cs typeface="Calibri" panose="020F0502020204030204" pitchFamily="34" charset="0"/>
              </a:defRPr>
            </a:lvl2pPr>
            <a:lvl3pPr marL="914400" indent="0" algn="l" defTabSz="914400" rtl="0" eaLnBrk="1" latinLnBrk="0" hangingPunct="1">
              <a:lnSpc>
                <a:spcPct val="90000"/>
              </a:lnSpc>
              <a:spcBef>
                <a:spcPts val="200"/>
              </a:spcBef>
              <a:spcAft>
                <a:spcPts val="400"/>
              </a:spcAft>
              <a:buClr>
                <a:schemeClr val="tx1"/>
              </a:buClr>
              <a:buFont typeface="Wingdings 3" pitchFamily="18" charset="2"/>
              <a:buNone/>
              <a:defRPr sz="1800" b="1" kern="1200">
                <a:solidFill>
                  <a:schemeClr val="tx1"/>
                </a:solidFill>
                <a:latin typeface="Calibri" panose="020F0502020204030204" pitchFamily="34" charset="0"/>
                <a:ea typeface="+mn-ea"/>
                <a:cs typeface="Calibri" panose="020F0502020204030204" pitchFamily="34" charset="0"/>
              </a:defRPr>
            </a:lvl3pPr>
            <a:lvl4pPr marL="13716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Calibri" panose="020F0502020204030204" pitchFamily="34" charset="0"/>
                <a:ea typeface="+mn-ea"/>
                <a:cs typeface="Calibri" panose="020F0502020204030204" pitchFamily="34" charset="0"/>
              </a:defRPr>
            </a:lvl4pPr>
            <a:lvl5pPr marL="18288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9pPr>
          </a:lstStyle>
          <a:p>
            <a:pPr>
              <a:buClr>
                <a:srgbClr val="2E2B21"/>
              </a:buClr>
            </a:pPr>
            <a:r>
              <a:rPr lang="fr-FR" u="sng" dirty="0"/>
              <a:t>Apprentissage automatique supervisé</a:t>
            </a:r>
            <a:endParaRPr lang="en-US" u="sng" dirty="0"/>
          </a:p>
        </p:txBody>
      </p:sp>
      <p:pic>
        <p:nvPicPr>
          <p:cNvPr id="5" name="Picture 4">
            <a:extLst>
              <a:ext uri="{FF2B5EF4-FFF2-40B4-BE49-F238E27FC236}">
                <a16:creationId xmlns:a16="http://schemas.microsoft.com/office/drawing/2014/main" id="{8833B9F5-8DD3-A4ED-547E-EEC77BAE3D2A}"/>
              </a:ext>
            </a:extLst>
          </p:cNvPr>
          <p:cNvPicPr>
            <a:picLocks noChangeAspect="1"/>
          </p:cNvPicPr>
          <p:nvPr/>
        </p:nvPicPr>
        <p:blipFill>
          <a:blip r:embed="rId2"/>
          <a:stretch>
            <a:fillRect/>
          </a:stretch>
        </p:blipFill>
        <p:spPr>
          <a:xfrm>
            <a:off x="9182911" y="2544323"/>
            <a:ext cx="2896208" cy="1609004"/>
          </a:xfrm>
          <a:prstGeom prst="rect">
            <a:avLst/>
          </a:prstGeom>
        </p:spPr>
      </p:pic>
    </p:spTree>
    <p:extLst>
      <p:ext uri="{BB962C8B-B14F-4D97-AF65-F5344CB8AC3E}">
        <p14:creationId xmlns:p14="http://schemas.microsoft.com/office/powerpoint/2010/main" val="2241178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6BE1D-62B0-2E84-04E7-04450A126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F0F20C-47D2-00F9-B0FE-0D7344439E25}"/>
              </a:ext>
            </a:extLst>
          </p:cNvPr>
          <p:cNvSpPr>
            <a:spLocks noGrp="1"/>
          </p:cNvSpPr>
          <p:nvPr>
            <p:ph type="title"/>
          </p:nvPr>
        </p:nvSpPr>
        <p:spPr>
          <a:xfrm>
            <a:off x="1024128" y="585216"/>
            <a:ext cx="10800726" cy="1499616"/>
          </a:xfrm>
        </p:spPr>
        <p:txBody>
          <a:bodyPr/>
          <a:lstStyle/>
          <a:p>
            <a:r>
              <a:rPr lang="en-US" dirty="0" err="1"/>
              <a:t>Récap</a:t>
            </a:r>
            <a:r>
              <a:rPr lang="en-US" dirty="0"/>
              <a:t> – ML </a:t>
            </a:r>
            <a:r>
              <a:rPr lang="en-US" dirty="0" err="1"/>
              <a:t>Supervisé</a:t>
            </a:r>
            <a:r>
              <a:rPr lang="en-US" dirty="0"/>
              <a:t> + Evaluation des </a:t>
            </a:r>
            <a:r>
              <a:rPr lang="en-US" dirty="0" err="1"/>
              <a:t>modèles</a:t>
            </a:r>
            <a:endParaRPr lang="en-US" dirty="0"/>
          </a:p>
        </p:txBody>
      </p:sp>
      <p:sp>
        <p:nvSpPr>
          <p:cNvPr id="6" name="Text Placeholder 3">
            <a:extLst>
              <a:ext uri="{FF2B5EF4-FFF2-40B4-BE49-F238E27FC236}">
                <a16:creationId xmlns:a16="http://schemas.microsoft.com/office/drawing/2014/main" id="{B53AC423-3996-DC76-3FA2-2F8CB2E015F9}"/>
              </a:ext>
            </a:extLst>
          </p:cNvPr>
          <p:cNvSpPr txBox="1">
            <a:spLocks/>
          </p:cNvSpPr>
          <p:nvPr/>
        </p:nvSpPr>
        <p:spPr>
          <a:xfrm>
            <a:off x="953764" y="1586647"/>
            <a:ext cx="7581014" cy="756364"/>
          </a:xfrm>
          <a:prstGeom prst="rect">
            <a:avLst/>
          </a:prstGeom>
        </p:spPr>
        <p:txBody>
          <a:bodyPr vert="horz" lIns="137160" tIns="45720" rIns="137160" bIns="45720" rtlCol="0" anchor="ctr">
            <a:normAutofit/>
          </a:bodyPr>
          <a:lstStyle>
            <a:lvl1pPr marL="0" indent="0" algn="l" defTabSz="914400" rtl="0" eaLnBrk="1" latinLnBrk="0" hangingPunct="1">
              <a:lnSpc>
                <a:spcPct val="90000"/>
              </a:lnSpc>
              <a:spcBef>
                <a:spcPts val="0"/>
              </a:spcBef>
              <a:spcAft>
                <a:spcPts val="0"/>
              </a:spcAft>
              <a:buClr>
                <a:schemeClr val="tx1"/>
              </a:buClr>
              <a:buSzPct val="100000"/>
              <a:buFont typeface="Arial" panose="020B0604020202020204" pitchFamily="34" charset="0"/>
              <a:buNone/>
              <a:defRPr kumimoji="0" lang="en-US" sz="2800" b="1" i="0" u="none" strike="noStrike" kern="0" cap="none" spc="0" normalizeH="0" baseline="0">
                <a:ln>
                  <a:noFill/>
                </a:ln>
                <a:solidFill>
                  <a:srgbClr val="5B9BD5"/>
                </a:solidFill>
                <a:effectLst/>
                <a:highlight>
                  <a:srgbClr val="FFFFFF"/>
                </a:highlight>
                <a:uLnTx/>
                <a:uFillTx/>
                <a:latin typeface="Calibri" panose="020F0502020204030204" pitchFamily="34" charset="0"/>
                <a:ea typeface="+mn-ea"/>
                <a:cs typeface="Calibri" panose="020F0502020204030204" pitchFamily="34" charset="0"/>
              </a:defRPr>
            </a:lvl1pPr>
            <a:lvl2pPr marL="457200" indent="0" algn="l" defTabSz="914400" rtl="0" eaLnBrk="1" latinLnBrk="0" hangingPunct="1">
              <a:lnSpc>
                <a:spcPct val="90000"/>
              </a:lnSpc>
              <a:spcBef>
                <a:spcPts val="200"/>
              </a:spcBef>
              <a:spcAft>
                <a:spcPts val="400"/>
              </a:spcAft>
              <a:buClr>
                <a:schemeClr val="tx1"/>
              </a:buClr>
              <a:buFont typeface="Wingdings 3" pitchFamily="18" charset="2"/>
              <a:buNone/>
              <a:defRPr sz="2000" b="1" kern="1200">
                <a:solidFill>
                  <a:schemeClr val="tx1"/>
                </a:solidFill>
                <a:latin typeface="Calibri" panose="020F0502020204030204" pitchFamily="34" charset="0"/>
                <a:ea typeface="+mn-ea"/>
                <a:cs typeface="Calibri" panose="020F0502020204030204" pitchFamily="34" charset="0"/>
              </a:defRPr>
            </a:lvl2pPr>
            <a:lvl3pPr marL="914400" indent="0" algn="l" defTabSz="914400" rtl="0" eaLnBrk="1" latinLnBrk="0" hangingPunct="1">
              <a:lnSpc>
                <a:spcPct val="90000"/>
              </a:lnSpc>
              <a:spcBef>
                <a:spcPts val="200"/>
              </a:spcBef>
              <a:spcAft>
                <a:spcPts val="400"/>
              </a:spcAft>
              <a:buClr>
                <a:schemeClr val="tx1"/>
              </a:buClr>
              <a:buFont typeface="Wingdings 3" pitchFamily="18" charset="2"/>
              <a:buNone/>
              <a:defRPr sz="1800" b="1" kern="1200">
                <a:solidFill>
                  <a:schemeClr val="tx1"/>
                </a:solidFill>
                <a:latin typeface="Calibri" panose="020F0502020204030204" pitchFamily="34" charset="0"/>
                <a:ea typeface="+mn-ea"/>
                <a:cs typeface="Calibri" panose="020F0502020204030204" pitchFamily="34" charset="0"/>
              </a:defRPr>
            </a:lvl3pPr>
            <a:lvl4pPr marL="13716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Calibri" panose="020F0502020204030204" pitchFamily="34" charset="0"/>
                <a:ea typeface="+mn-ea"/>
                <a:cs typeface="Calibri" panose="020F0502020204030204" pitchFamily="34" charset="0"/>
              </a:defRPr>
            </a:lvl4pPr>
            <a:lvl5pPr marL="18288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9pPr>
          </a:lstStyle>
          <a:p>
            <a:r>
              <a:rPr lang="fr-FR" u="sng" dirty="0"/>
              <a:t>Exemple d'un ensemble de données étiquetées :</a:t>
            </a:r>
          </a:p>
        </p:txBody>
      </p:sp>
      <p:pic>
        <p:nvPicPr>
          <p:cNvPr id="10" name="Picture 2" descr="Data Collection + Evaluation">
            <a:extLst>
              <a:ext uri="{FF2B5EF4-FFF2-40B4-BE49-F238E27FC236}">
                <a16:creationId xmlns:a16="http://schemas.microsoft.com/office/drawing/2014/main" id="{2D1690EC-6343-D053-78EA-F1CF153C81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0955" y="2974243"/>
            <a:ext cx="8877300" cy="2762250"/>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7955599C-32EF-3642-7AB1-072B75EAA55B}"/>
              </a:ext>
            </a:extLst>
          </p:cNvPr>
          <p:cNvSpPr/>
          <p:nvPr/>
        </p:nvSpPr>
        <p:spPr>
          <a:xfrm>
            <a:off x="2950117" y="4098060"/>
            <a:ext cx="7990952" cy="53162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E8683E1-9C28-7851-E33A-E975259BF43F}"/>
              </a:ext>
            </a:extLst>
          </p:cNvPr>
          <p:cNvSpPr/>
          <p:nvPr/>
        </p:nvSpPr>
        <p:spPr>
          <a:xfrm>
            <a:off x="9531670" y="3591241"/>
            <a:ext cx="1286540" cy="2073349"/>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9779262-5A76-6CD5-E3D1-0E7711D3B7C5}"/>
              </a:ext>
            </a:extLst>
          </p:cNvPr>
          <p:cNvSpPr/>
          <p:nvPr/>
        </p:nvSpPr>
        <p:spPr>
          <a:xfrm>
            <a:off x="6894795" y="3572302"/>
            <a:ext cx="1286540" cy="207334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912398FE-2AD9-A145-D278-8A53EED0A8C2}"/>
              </a:ext>
            </a:extLst>
          </p:cNvPr>
          <p:cNvSpPr txBox="1"/>
          <p:nvPr/>
        </p:nvSpPr>
        <p:spPr>
          <a:xfrm>
            <a:off x="1024128" y="4147311"/>
            <a:ext cx="1371466" cy="646331"/>
          </a:xfrm>
          <a:prstGeom prst="rect">
            <a:avLst/>
          </a:prstGeom>
          <a:noFill/>
        </p:spPr>
        <p:txBody>
          <a:bodyPr wrap="none" rtlCol="0">
            <a:spAutoFit/>
          </a:bodyPr>
          <a:lstStyle/>
          <a:p>
            <a:r>
              <a:rPr lang="fr-FR" b="1" dirty="0">
                <a:solidFill>
                  <a:srgbClr val="0070C0"/>
                </a:solidFill>
              </a:rPr>
              <a:t>Instance</a:t>
            </a:r>
          </a:p>
          <a:p>
            <a:r>
              <a:rPr lang="fr-FR" b="1" dirty="0">
                <a:solidFill>
                  <a:srgbClr val="0070C0"/>
                </a:solidFill>
              </a:rPr>
              <a:t>Observation</a:t>
            </a:r>
          </a:p>
        </p:txBody>
      </p:sp>
      <p:cxnSp>
        <p:nvCxnSpPr>
          <p:cNvPr id="15" name="Straight Arrow Connector 14">
            <a:extLst>
              <a:ext uri="{FF2B5EF4-FFF2-40B4-BE49-F238E27FC236}">
                <a16:creationId xmlns:a16="http://schemas.microsoft.com/office/drawing/2014/main" id="{28E288E6-4C57-CB75-B519-C57B079BB099}"/>
              </a:ext>
            </a:extLst>
          </p:cNvPr>
          <p:cNvCxnSpPr>
            <a:cxnSpLocks/>
          </p:cNvCxnSpPr>
          <p:nvPr/>
        </p:nvCxnSpPr>
        <p:spPr>
          <a:xfrm flipV="1">
            <a:off x="2035717" y="4202600"/>
            <a:ext cx="914400" cy="152768"/>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AA2034A-2351-6297-D7F4-81ADD409B5E9}"/>
              </a:ext>
            </a:extLst>
          </p:cNvPr>
          <p:cNvSpPr txBox="1"/>
          <p:nvPr/>
        </p:nvSpPr>
        <p:spPr>
          <a:xfrm>
            <a:off x="5508262" y="2477124"/>
            <a:ext cx="2547877" cy="646331"/>
          </a:xfrm>
          <a:prstGeom prst="rect">
            <a:avLst/>
          </a:prstGeom>
          <a:noFill/>
        </p:spPr>
        <p:txBody>
          <a:bodyPr wrap="none" rtlCol="0">
            <a:spAutoFit/>
          </a:bodyPr>
          <a:lstStyle/>
          <a:p>
            <a:pPr algn="ctr"/>
            <a:r>
              <a:rPr lang="fr-FR" b="1" dirty="0">
                <a:solidFill>
                  <a:srgbClr val="FF9900"/>
                </a:solidFill>
              </a:rPr>
              <a:t>Inputs /Entrées</a:t>
            </a:r>
          </a:p>
          <a:p>
            <a:pPr algn="ctr"/>
            <a:r>
              <a:rPr lang="fr-FR" b="1" dirty="0">
                <a:solidFill>
                  <a:srgbClr val="FF9900"/>
                </a:solidFill>
              </a:rPr>
              <a:t>Variables Indépendantes</a:t>
            </a:r>
            <a:endParaRPr lang="en-US" b="1" dirty="0">
              <a:solidFill>
                <a:srgbClr val="FF9900"/>
              </a:solidFill>
            </a:endParaRPr>
          </a:p>
        </p:txBody>
      </p:sp>
      <p:sp>
        <p:nvSpPr>
          <p:cNvPr id="17" name="Left Brace 16">
            <a:extLst>
              <a:ext uri="{FF2B5EF4-FFF2-40B4-BE49-F238E27FC236}">
                <a16:creationId xmlns:a16="http://schemas.microsoft.com/office/drawing/2014/main" id="{F835387A-5EC7-B6A5-41EE-0B8AAD8B7EE9}"/>
              </a:ext>
            </a:extLst>
          </p:cNvPr>
          <p:cNvSpPr/>
          <p:nvPr/>
        </p:nvSpPr>
        <p:spPr>
          <a:xfrm rot="5400000">
            <a:off x="6736228" y="908027"/>
            <a:ext cx="215542" cy="5172155"/>
          </a:xfrm>
          <a:prstGeom prst="leftBrace">
            <a:avLst>
              <a:gd name="adj1" fmla="val 170685"/>
              <a:gd name="adj2" fmla="val 51392"/>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8" name="Left Brace 17">
            <a:extLst>
              <a:ext uri="{FF2B5EF4-FFF2-40B4-BE49-F238E27FC236}">
                <a16:creationId xmlns:a16="http://schemas.microsoft.com/office/drawing/2014/main" id="{A84C54E0-3833-A81C-9811-C04D6CB207C8}"/>
              </a:ext>
            </a:extLst>
          </p:cNvPr>
          <p:cNvSpPr/>
          <p:nvPr/>
        </p:nvSpPr>
        <p:spPr>
          <a:xfrm rot="5400000">
            <a:off x="10097769" y="2799808"/>
            <a:ext cx="190166" cy="1354827"/>
          </a:xfrm>
          <a:prstGeom prst="leftBrace">
            <a:avLst>
              <a:gd name="adj1" fmla="val 170685"/>
              <a:gd name="adj2" fmla="val 51392"/>
            </a:avLst>
          </a:prstGeom>
          <a:ln w="190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9" name="TextBox 18">
            <a:extLst>
              <a:ext uri="{FF2B5EF4-FFF2-40B4-BE49-F238E27FC236}">
                <a16:creationId xmlns:a16="http://schemas.microsoft.com/office/drawing/2014/main" id="{4460319A-32E7-30F2-5519-8947C7D09C6E}"/>
              </a:ext>
            </a:extLst>
          </p:cNvPr>
          <p:cNvSpPr txBox="1"/>
          <p:nvPr/>
        </p:nvSpPr>
        <p:spPr>
          <a:xfrm>
            <a:off x="9140399" y="2483756"/>
            <a:ext cx="2195217" cy="923330"/>
          </a:xfrm>
          <a:prstGeom prst="rect">
            <a:avLst/>
          </a:prstGeom>
          <a:noFill/>
        </p:spPr>
        <p:txBody>
          <a:bodyPr wrap="none" rtlCol="0">
            <a:spAutoFit/>
          </a:bodyPr>
          <a:lstStyle/>
          <a:p>
            <a:pPr algn="ctr"/>
            <a:r>
              <a:rPr lang="fr-FR" b="1" dirty="0">
                <a:solidFill>
                  <a:srgbClr val="00B050"/>
                </a:solidFill>
              </a:rPr>
              <a:t>Output /Sortie</a:t>
            </a:r>
          </a:p>
          <a:p>
            <a:pPr algn="ctr"/>
            <a:r>
              <a:rPr lang="fr-FR" b="1" dirty="0">
                <a:solidFill>
                  <a:srgbClr val="00B050"/>
                </a:solidFill>
              </a:rPr>
              <a:t>Variable Dépendante</a:t>
            </a:r>
          </a:p>
          <a:p>
            <a:pPr algn="ctr"/>
            <a:r>
              <a:rPr lang="fr-FR" b="1" dirty="0">
                <a:solidFill>
                  <a:srgbClr val="00B050"/>
                </a:solidFill>
              </a:rPr>
              <a:t>TARGET/ CIBLE</a:t>
            </a:r>
            <a:endParaRPr lang="en-US" b="1" dirty="0">
              <a:solidFill>
                <a:srgbClr val="00B050"/>
              </a:solidFill>
            </a:endParaRPr>
          </a:p>
        </p:txBody>
      </p:sp>
    </p:spTree>
    <p:extLst>
      <p:ext uri="{BB962C8B-B14F-4D97-AF65-F5344CB8AC3E}">
        <p14:creationId xmlns:p14="http://schemas.microsoft.com/office/powerpoint/2010/main" val="510089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3F973-37C1-645C-7DC2-9B423407C9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E31F26-235E-ABF0-89B2-14D7D8F25776}"/>
              </a:ext>
            </a:extLst>
          </p:cNvPr>
          <p:cNvSpPr>
            <a:spLocks noGrp="1"/>
          </p:cNvSpPr>
          <p:nvPr>
            <p:ph type="title"/>
          </p:nvPr>
        </p:nvSpPr>
        <p:spPr>
          <a:xfrm>
            <a:off x="1024128" y="585216"/>
            <a:ext cx="10800726" cy="1499616"/>
          </a:xfrm>
        </p:spPr>
        <p:txBody>
          <a:bodyPr/>
          <a:lstStyle/>
          <a:p>
            <a:r>
              <a:rPr lang="en-US" dirty="0" err="1"/>
              <a:t>Récap</a:t>
            </a:r>
            <a:r>
              <a:rPr lang="en-US" dirty="0"/>
              <a:t> – ML </a:t>
            </a:r>
            <a:r>
              <a:rPr lang="en-US" dirty="0" err="1"/>
              <a:t>Supervisé</a:t>
            </a:r>
            <a:r>
              <a:rPr lang="en-US" dirty="0"/>
              <a:t> + Evaluation des </a:t>
            </a:r>
            <a:r>
              <a:rPr lang="en-US" dirty="0" err="1"/>
              <a:t>modèles</a:t>
            </a:r>
            <a:endParaRPr lang="en-US" dirty="0"/>
          </a:p>
        </p:txBody>
      </p:sp>
      <p:sp>
        <p:nvSpPr>
          <p:cNvPr id="3" name="Content Placeholder 2">
            <a:extLst>
              <a:ext uri="{FF2B5EF4-FFF2-40B4-BE49-F238E27FC236}">
                <a16:creationId xmlns:a16="http://schemas.microsoft.com/office/drawing/2014/main" id="{FF26A762-28A6-80C8-1349-EEED9F3E47E8}"/>
              </a:ext>
            </a:extLst>
          </p:cNvPr>
          <p:cNvSpPr>
            <a:spLocks noGrp="1"/>
          </p:cNvSpPr>
          <p:nvPr>
            <p:ph idx="1"/>
          </p:nvPr>
        </p:nvSpPr>
        <p:spPr>
          <a:xfrm>
            <a:off x="1024128" y="2286000"/>
            <a:ext cx="7808587" cy="4023360"/>
          </a:xfrm>
        </p:spPr>
        <p:txBody>
          <a:bodyPr/>
          <a:lstStyle/>
          <a:p>
            <a:pPr algn="just"/>
            <a:r>
              <a:rPr lang="fr-FR" b="1" dirty="0"/>
              <a:t>Classification</a:t>
            </a:r>
            <a:r>
              <a:rPr lang="fr-FR" dirty="0"/>
              <a:t> - Le but de ce modèle est de déterminer une catégorie (une classe). Le modèle est entraîné pour classer l'ensemble de données.</a:t>
            </a:r>
          </a:p>
          <a:p>
            <a:pPr algn="just"/>
            <a:endParaRPr lang="fr-FR" dirty="0"/>
          </a:p>
          <a:p>
            <a:pPr algn="just"/>
            <a:r>
              <a:rPr lang="fr-FR" b="1" dirty="0"/>
              <a:t>Régression</a:t>
            </a:r>
            <a:r>
              <a:rPr lang="fr-FR" dirty="0"/>
              <a:t> - Ce modèle est créé dans le but de trouver une valeur. À l'aide des données, l'algorithme peut trouver des associations entre deux variables quelconques et prédire le résultat en conséquence.</a:t>
            </a:r>
          </a:p>
          <a:p>
            <a:endParaRPr lang="en-US" dirty="0"/>
          </a:p>
        </p:txBody>
      </p:sp>
      <p:sp>
        <p:nvSpPr>
          <p:cNvPr id="6" name="Text Placeholder 3">
            <a:extLst>
              <a:ext uri="{FF2B5EF4-FFF2-40B4-BE49-F238E27FC236}">
                <a16:creationId xmlns:a16="http://schemas.microsoft.com/office/drawing/2014/main" id="{F8EEF6F0-245B-A3D8-12F5-4BF9F6EEE165}"/>
              </a:ext>
            </a:extLst>
          </p:cNvPr>
          <p:cNvSpPr txBox="1">
            <a:spLocks/>
          </p:cNvSpPr>
          <p:nvPr/>
        </p:nvSpPr>
        <p:spPr>
          <a:xfrm>
            <a:off x="953764" y="1586647"/>
            <a:ext cx="7581014" cy="756364"/>
          </a:xfrm>
          <a:prstGeom prst="rect">
            <a:avLst/>
          </a:prstGeom>
        </p:spPr>
        <p:txBody>
          <a:bodyPr vert="horz" lIns="137160" tIns="45720" rIns="137160" bIns="45720" rtlCol="0" anchor="ctr">
            <a:normAutofit/>
          </a:bodyPr>
          <a:lstStyle>
            <a:lvl1pPr marL="0" indent="0" algn="l" defTabSz="914400" rtl="0" eaLnBrk="1" latinLnBrk="0" hangingPunct="1">
              <a:lnSpc>
                <a:spcPct val="90000"/>
              </a:lnSpc>
              <a:spcBef>
                <a:spcPts val="0"/>
              </a:spcBef>
              <a:spcAft>
                <a:spcPts val="0"/>
              </a:spcAft>
              <a:buClr>
                <a:schemeClr val="tx1"/>
              </a:buClr>
              <a:buSzPct val="100000"/>
              <a:buFont typeface="Arial" panose="020B0604020202020204" pitchFamily="34" charset="0"/>
              <a:buNone/>
              <a:defRPr kumimoji="0" lang="en-US" sz="2800" b="1" i="0" u="none" strike="noStrike" kern="0" cap="none" spc="0" normalizeH="0" baseline="0">
                <a:ln>
                  <a:noFill/>
                </a:ln>
                <a:solidFill>
                  <a:srgbClr val="5B9BD5"/>
                </a:solidFill>
                <a:effectLst/>
                <a:highlight>
                  <a:srgbClr val="FFFFFF"/>
                </a:highlight>
                <a:uLnTx/>
                <a:uFillTx/>
                <a:latin typeface="Calibri" panose="020F0502020204030204" pitchFamily="34" charset="0"/>
                <a:ea typeface="+mn-ea"/>
                <a:cs typeface="Calibri" panose="020F0502020204030204" pitchFamily="34" charset="0"/>
              </a:defRPr>
            </a:lvl1pPr>
            <a:lvl2pPr marL="457200" indent="0" algn="l" defTabSz="914400" rtl="0" eaLnBrk="1" latinLnBrk="0" hangingPunct="1">
              <a:lnSpc>
                <a:spcPct val="90000"/>
              </a:lnSpc>
              <a:spcBef>
                <a:spcPts val="200"/>
              </a:spcBef>
              <a:spcAft>
                <a:spcPts val="400"/>
              </a:spcAft>
              <a:buClr>
                <a:schemeClr val="tx1"/>
              </a:buClr>
              <a:buFont typeface="Wingdings 3" pitchFamily="18" charset="2"/>
              <a:buNone/>
              <a:defRPr sz="2000" b="1" kern="1200">
                <a:solidFill>
                  <a:schemeClr val="tx1"/>
                </a:solidFill>
                <a:latin typeface="Calibri" panose="020F0502020204030204" pitchFamily="34" charset="0"/>
                <a:ea typeface="+mn-ea"/>
                <a:cs typeface="Calibri" panose="020F0502020204030204" pitchFamily="34" charset="0"/>
              </a:defRPr>
            </a:lvl2pPr>
            <a:lvl3pPr marL="914400" indent="0" algn="l" defTabSz="914400" rtl="0" eaLnBrk="1" latinLnBrk="0" hangingPunct="1">
              <a:lnSpc>
                <a:spcPct val="90000"/>
              </a:lnSpc>
              <a:spcBef>
                <a:spcPts val="200"/>
              </a:spcBef>
              <a:spcAft>
                <a:spcPts val="400"/>
              </a:spcAft>
              <a:buClr>
                <a:schemeClr val="tx1"/>
              </a:buClr>
              <a:buFont typeface="Wingdings 3" pitchFamily="18" charset="2"/>
              <a:buNone/>
              <a:defRPr sz="1800" b="1" kern="1200">
                <a:solidFill>
                  <a:schemeClr val="tx1"/>
                </a:solidFill>
                <a:latin typeface="Calibri" panose="020F0502020204030204" pitchFamily="34" charset="0"/>
                <a:ea typeface="+mn-ea"/>
                <a:cs typeface="Calibri" panose="020F0502020204030204" pitchFamily="34" charset="0"/>
              </a:defRPr>
            </a:lvl3pPr>
            <a:lvl4pPr marL="13716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Calibri" panose="020F0502020204030204" pitchFamily="34" charset="0"/>
                <a:ea typeface="+mn-ea"/>
                <a:cs typeface="Calibri" panose="020F0502020204030204" pitchFamily="34" charset="0"/>
              </a:defRPr>
            </a:lvl4pPr>
            <a:lvl5pPr marL="18288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
                <a:srgbClr val="2E2B21"/>
              </a:buClr>
              <a:buSzPct val="100000"/>
              <a:buFont typeface="Arial" panose="020B0604020202020204" pitchFamily="34" charset="0"/>
              <a:buNone/>
              <a:tabLst/>
              <a:defRPr/>
            </a:pPr>
            <a:r>
              <a:rPr kumimoji="0" lang="fr-FR" sz="2800" b="1" i="0" u="sng" strike="noStrike" kern="0" cap="none" spc="0" normalizeH="0" baseline="0" noProof="0" dirty="0">
                <a:ln>
                  <a:noFill/>
                </a:ln>
                <a:solidFill>
                  <a:srgbClr val="5B9BD5"/>
                </a:solidFill>
                <a:effectLst/>
                <a:highlight>
                  <a:srgbClr val="FFFFFF"/>
                </a:highlight>
                <a:uLnTx/>
                <a:uFillTx/>
                <a:latin typeface="Calibri" panose="020F0502020204030204" pitchFamily="34" charset="0"/>
                <a:ea typeface="+mn-ea"/>
                <a:cs typeface="Calibri" panose="020F0502020204030204" pitchFamily="34" charset="0"/>
              </a:rPr>
              <a:t>Classification vs. Régression</a:t>
            </a:r>
          </a:p>
        </p:txBody>
      </p:sp>
      <p:pic>
        <p:nvPicPr>
          <p:cNvPr id="5" name="Picture 2" descr="Regression Algorithms | 5 Regression Algorithms you should know">
            <a:extLst>
              <a:ext uri="{FF2B5EF4-FFF2-40B4-BE49-F238E27FC236}">
                <a16:creationId xmlns:a16="http://schemas.microsoft.com/office/drawing/2014/main" id="{F1E35C7B-65C9-182B-6781-4A42098421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78177" y="3907237"/>
            <a:ext cx="3019684" cy="192357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3D67B96-C6EA-2D19-05A5-ECC1B537FF84}"/>
              </a:ext>
            </a:extLst>
          </p:cNvPr>
          <p:cNvPicPr>
            <a:picLocks noChangeAspect="1"/>
          </p:cNvPicPr>
          <p:nvPr/>
        </p:nvPicPr>
        <p:blipFill rotWithShape="1">
          <a:blip r:embed="rId3">
            <a:extLst>
              <a:ext uri="{BEBA8EAE-BF5A-486C-A8C5-ECC9F3942E4B}">
                <a14:imgProps xmlns:a14="http://schemas.microsoft.com/office/drawing/2010/main">
                  <a14:imgLayer r:embed="rId4">
                    <a14:imgEffect>
                      <a14:sharpenSoften amount="50000"/>
                    </a14:imgEffect>
                  </a14:imgLayer>
                </a14:imgProps>
              </a:ext>
            </a:extLst>
          </a:blip>
          <a:srcRect l="3466"/>
          <a:stretch/>
        </p:blipFill>
        <p:spPr>
          <a:xfrm>
            <a:off x="9205451" y="2084832"/>
            <a:ext cx="2263307" cy="1499616"/>
          </a:xfrm>
          <a:prstGeom prst="rect">
            <a:avLst/>
          </a:prstGeom>
        </p:spPr>
      </p:pic>
    </p:spTree>
    <p:extLst>
      <p:ext uri="{BB962C8B-B14F-4D97-AF65-F5344CB8AC3E}">
        <p14:creationId xmlns:p14="http://schemas.microsoft.com/office/powerpoint/2010/main" val="1851473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9D24F-81DA-3B59-88DD-3336C54E3F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E53DF1-2EBA-502C-04FE-8C7D00C73A8A}"/>
              </a:ext>
            </a:extLst>
          </p:cNvPr>
          <p:cNvSpPr>
            <a:spLocks noGrp="1"/>
          </p:cNvSpPr>
          <p:nvPr>
            <p:ph type="title"/>
          </p:nvPr>
        </p:nvSpPr>
        <p:spPr>
          <a:xfrm>
            <a:off x="1024128" y="585216"/>
            <a:ext cx="10800726" cy="1499616"/>
          </a:xfrm>
        </p:spPr>
        <p:txBody>
          <a:bodyPr/>
          <a:lstStyle/>
          <a:p>
            <a:r>
              <a:rPr lang="en-US" dirty="0" err="1"/>
              <a:t>Récap</a:t>
            </a:r>
            <a:r>
              <a:rPr lang="en-US" dirty="0"/>
              <a:t> – ML </a:t>
            </a:r>
            <a:r>
              <a:rPr lang="en-US" dirty="0" err="1"/>
              <a:t>Supervisé</a:t>
            </a:r>
            <a:r>
              <a:rPr lang="en-US" dirty="0"/>
              <a:t> + Evaluation des </a:t>
            </a:r>
            <a:r>
              <a:rPr lang="en-US" dirty="0" err="1"/>
              <a:t>modèles</a:t>
            </a:r>
            <a:endParaRPr lang="en-US" dirty="0"/>
          </a:p>
        </p:txBody>
      </p:sp>
      <p:sp>
        <p:nvSpPr>
          <p:cNvPr id="3" name="Content Placeholder 2">
            <a:extLst>
              <a:ext uri="{FF2B5EF4-FFF2-40B4-BE49-F238E27FC236}">
                <a16:creationId xmlns:a16="http://schemas.microsoft.com/office/drawing/2014/main" id="{2794C980-BEC1-E2DA-F771-B6FF2EDF9F2B}"/>
              </a:ext>
            </a:extLst>
          </p:cNvPr>
          <p:cNvSpPr>
            <a:spLocks noGrp="1"/>
          </p:cNvSpPr>
          <p:nvPr>
            <p:ph idx="1"/>
          </p:nvPr>
        </p:nvSpPr>
        <p:spPr>
          <a:xfrm>
            <a:off x="1024128" y="2286000"/>
            <a:ext cx="10800727" cy="4023360"/>
          </a:xfrm>
        </p:spPr>
        <p:txBody>
          <a:bodyPr/>
          <a:lstStyle/>
          <a:p>
            <a:r>
              <a:rPr lang="fr-FR" b="1" dirty="0"/>
              <a:t>A quoi sert l'évaluation des modèles ML ?</a:t>
            </a:r>
          </a:p>
          <a:p>
            <a:pPr>
              <a:buFont typeface="Arial" panose="020B0604020202020204" pitchFamily="34" charset="0"/>
              <a:buChar char="•"/>
            </a:pPr>
            <a:r>
              <a:rPr lang="fr-FR" dirty="0"/>
              <a:t>L'évaluation et la comparaison de la performance des modèles permettent de prendre des décisions éclairées lors du choix du modèle optimal pour résoudre un problème donné.</a:t>
            </a:r>
          </a:p>
          <a:p>
            <a:pPr>
              <a:buFont typeface="Arial" panose="020B0604020202020204" pitchFamily="34" charset="0"/>
              <a:buChar char="•"/>
            </a:pPr>
            <a:r>
              <a:rPr lang="fr-FR" dirty="0"/>
              <a:t>L'évaluation des modèles ML joue un rôle crucial dans la validation de la performance d'un modèle avant sa mise en production ou son utilisation dans des applications réelles. </a:t>
            </a:r>
          </a:p>
          <a:p>
            <a:pPr>
              <a:buFont typeface="Arial" panose="020B0604020202020204" pitchFamily="34" charset="0"/>
              <a:buChar char="•"/>
            </a:pPr>
            <a:r>
              <a:rPr lang="fr-FR" dirty="0"/>
              <a:t>Elle permet de mesurer à quel point un modèle est capable de généraliser à de nouvelles données qui n'ont pas été utilisées pendant l'entraînement. </a:t>
            </a:r>
          </a:p>
          <a:p>
            <a:pPr>
              <a:buFont typeface="Arial" panose="020B0604020202020204" pitchFamily="34" charset="0"/>
              <a:buChar char="•"/>
            </a:pPr>
            <a:r>
              <a:rPr lang="fr-FR" dirty="0"/>
              <a:t>L'évaluation est également importante pour comprendre les forces et les faiblesses d'un modèle, identifier les domaines où il peut donner des résultats incohérents et déterminer s'il répond aux objectifs fixés pour le problème spécifique.</a:t>
            </a:r>
          </a:p>
          <a:p>
            <a:endParaRPr lang="fr-FR" dirty="0"/>
          </a:p>
          <a:p>
            <a:endParaRPr lang="en-US" dirty="0"/>
          </a:p>
        </p:txBody>
      </p:sp>
      <p:sp>
        <p:nvSpPr>
          <p:cNvPr id="6" name="Text Placeholder 3">
            <a:extLst>
              <a:ext uri="{FF2B5EF4-FFF2-40B4-BE49-F238E27FC236}">
                <a16:creationId xmlns:a16="http://schemas.microsoft.com/office/drawing/2014/main" id="{54F3D207-0ACF-2974-262B-DB21859F1573}"/>
              </a:ext>
            </a:extLst>
          </p:cNvPr>
          <p:cNvSpPr txBox="1">
            <a:spLocks/>
          </p:cNvSpPr>
          <p:nvPr/>
        </p:nvSpPr>
        <p:spPr>
          <a:xfrm>
            <a:off x="953764" y="1586647"/>
            <a:ext cx="7581014" cy="756364"/>
          </a:xfrm>
          <a:prstGeom prst="rect">
            <a:avLst/>
          </a:prstGeom>
        </p:spPr>
        <p:txBody>
          <a:bodyPr vert="horz" lIns="137160" tIns="45720" rIns="137160" bIns="45720" rtlCol="0" anchor="ctr">
            <a:normAutofit/>
          </a:bodyPr>
          <a:lstStyle>
            <a:lvl1pPr marL="0" indent="0" algn="l" defTabSz="914400" rtl="0" eaLnBrk="1" latinLnBrk="0" hangingPunct="1">
              <a:lnSpc>
                <a:spcPct val="90000"/>
              </a:lnSpc>
              <a:spcBef>
                <a:spcPts val="0"/>
              </a:spcBef>
              <a:spcAft>
                <a:spcPts val="0"/>
              </a:spcAft>
              <a:buClr>
                <a:schemeClr val="tx1"/>
              </a:buClr>
              <a:buSzPct val="100000"/>
              <a:buFont typeface="Arial" panose="020B0604020202020204" pitchFamily="34" charset="0"/>
              <a:buNone/>
              <a:defRPr kumimoji="0" lang="en-US" sz="2800" b="1" i="0" u="none" strike="noStrike" kern="0" cap="none" spc="0" normalizeH="0" baseline="0">
                <a:ln>
                  <a:noFill/>
                </a:ln>
                <a:solidFill>
                  <a:srgbClr val="5B9BD5"/>
                </a:solidFill>
                <a:effectLst/>
                <a:highlight>
                  <a:srgbClr val="FFFFFF"/>
                </a:highlight>
                <a:uLnTx/>
                <a:uFillTx/>
                <a:latin typeface="Calibri" panose="020F0502020204030204" pitchFamily="34" charset="0"/>
                <a:ea typeface="+mn-ea"/>
                <a:cs typeface="Calibri" panose="020F0502020204030204" pitchFamily="34" charset="0"/>
              </a:defRPr>
            </a:lvl1pPr>
            <a:lvl2pPr marL="457200" indent="0" algn="l" defTabSz="914400" rtl="0" eaLnBrk="1" latinLnBrk="0" hangingPunct="1">
              <a:lnSpc>
                <a:spcPct val="90000"/>
              </a:lnSpc>
              <a:spcBef>
                <a:spcPts val="200"/>
              </a:spcBef>
              <a:spcAft>
                <a:spcPts val="400"/>
              </a:spcAft>
              <a:buClr>
                <a:schemeClr val="tx1"/>
              </a:buClr>
              <a:buFont typeface="Wingdings 3" pitchFamily="18" charset="2"/>
              <a:buNone/>
              <a:defRPr sz="2000" b="1" kern="1200">
                <a:solidFill>
                  <a:schemeClr val="tx1"/>
                </a:solidFill>
                <a:latin typeface="Calibri" panose="020F0502020204030204" pitchFamily="34" charset="0"/>
                <a:ea typeface="+mn-ea"/>
                <a:cs typeface="Calibri" panose="020F0502020204030204" pitchFamily="34" charset="0"/>
              </a:defRPr>
            </a:lvl2pPr>
            <a:lvl3pPr marL="914400" indent="0" algn="l" defTabSz="914400" rtl="0" eaLnBrk="1" latinLnBrk="0" hangingPunct="1">
              <a:lnSpc>
                <a:spcPct val="90000"/>
              </a:lnSpc>
              <a:spcBef>
                <a:spcPts val="200"/>
              </a:spcBef>
              <a:spcAft>
                <a:spcPts val="400"/>
              </a:spcAft>
              <a:buClr>
                <a:schemeClr val="tx1"/>
              </a:buClr>
              <a:buFont typeface="Wingdings 3" pitchFamily="18" charset="2"/>
              <a:buNone/>
              <a:defRPr sz="1800" b="1" kern="1200">
                <a:solidFill>
                  <a:schemeClr val="tx1"/>
                </a:solidFill>
                <a:latin typeface="Calibri" panose="020F0502020204030204" pitchFamily="34" charset="0"/>
                <a:ea typeface="+mn-ea"/>
                <a:cs typeface="Calibri" panose="020F0502020204030204" pitchFamily="34" charset="0"/>
              </a:defRPr>
            </a:lvl3pPr>
            <a:lvl4pPr marL="13716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Calibri" panose="020F0502020204030204" pitchFamily="34" charset="0"/>
                <a:ea typeface="+mn-ea"/>
                <a:cs typeface="Calibri" panose="020F0502020204030204" pitchFamily="34" charset="0"/>
              </a:defRPr>
            </a:lvl4pPr>
            <a:lvl5pPr marL="18288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
                <a:srgbClr val="2E2B21"/>
              </a:buClr>
              <a:buSzPct val="100000"/>
              <a:buFont typeface="Arial" panose="020B0604020202020204" pitchFamily="34" charset="0"/>
              <a:buNone/>
              <a:tabLst/>
              <a:defRPr/>
            </a:pPr>
            <a:r>
              <a:rPr lang="fr-FR" u="sng" dirty="0"/>
              <a:t>Evaluation des modèles ML</a:t>
            </a:r>
            <a:endParaRPr kumimoji="0" lang="fr-FR" sz="2800" b="1" i="0" u="sng" strike="noStrike" kern="0" cap="none" spc="0" normalizeH="0" baseline="0" noProof="0" dirty="0">
              <a:ln>
                <a:noFill/>
              </a:ln>
              <a:solidFill>
                <a:srgbClr val="5B9BD5"/>
              </a:solidFill>
              <a:effectLst/>
              <a:highlight>
                <a:srgbClr val="FFFFFF"/>
              </a:highligh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9388059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706B5-2962-D9BF-9ADF-8A69D36331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629D54-447A-3500-59A4-F4B879A6D96F}"/>
              </a:ext>
            </a:extLst>
          </p:cNvPr>
          <p:cNvSpPr>
            <a:spLocks noGrp="1"/>
          </p:cNvSpPr>
          <p:nvPr>
            <p:ph type="title"/>
          </p:nvPr>
        </p:nvSpPr>
        <p:spPr>
          <a:xfrm>
            <a:off x="1024128" y="585216"/>
            <a:ext cx="10800726" cy="1499616"/>
          </a:xfrm>
        </p:spPr>
        <p:txBody>
          <a:bodyPr/>
          <a:lstStyle/>
          <a:p>
            <a:r>
              <a:rPr lang="en-US" dirty="0" err="1"/>
              <a:t>Récap</a:t>
            </a:r>
            <a:r>
              <a:rPr lang="en-US" dirty="0"/>
              <a:t> – ML </a:t>
            </a:r>
            <a:r>
              <a:rPr lang="en-US" dirty="0" err="1"/>
              <a:t>Supervisé</a:t>
            </a:r>
            <a:r>
              <a:rPr lang="en-US" dirty="0"/>
              <a:t> + Evaluation des </a:t>
            </a:r>
            <a:r>
              <a:rPr lang="en-US" dirty="0" err="1"/>
              <a:t>modèles</a:t>
            </a:r>
            <a:endParaRPr lang="en-US" dirty="0"/>
          </a:p>
        </p:txBody>
      </p:sp>
      <p:sp>
        <p:nvSpPr>
          <p:cNvPr id="3" name="Content Placeholder 2">
            <a:extLst>
              <a:ext uri="{FF2B5EF4-FFF2-40B4-BE49-F238E27FC236}">
                <a16:creationId xmlns:a16="http://schemas.microsoft.com/office/drawing/2014/main" id="{6008BCE9-9612-8D97-280D-02A8A84D8F51}"/>
              </a:ext>
            </a:extLst>
          </p:cNvPr>
          <p:cNvSpPr>
            <a:spLocks noGrp="1"/>
          </p:cNvSpPr>
          <p:nvPr>
            <p:ph idx="1"/>
          </p:nvPr>
        </p:nvSpPr>
        <p:spPr>
          <a:xfrm>
            <a:off x="1024128" y="2286000"/>
            <a:ext cx="10800727" cy="4023360"/>
          </a:xfrm>
        </p:spPr>
        <p:txBody>
          <a:bodyPr>
            <a:normAutofit lnSpcReduction="10000"/>
          </a:bodyPr>
          <a:lstStyle/>
          <a:p>
            <a:pPr>
              <a:buFont typeface="Arial" panose="020B0604020202020204" pitchFamily="34" charset="0"/>
              <a:buChar char="•"/>
            </a:pPr>
            <a:r>
              <a:rPr lang="fr-FR" dirty="0"/>
              <a:t>Diviser les données en ensembles distincts pour l'entraînement, la validation et les tests est une pratique fondamentale en apprentissage automatique pour évaluer correctement la performance d'un modèle et garantir qu'il généralise bien sur de nouvelles données. </a:t>
            </a:r>
          </a:p>
          <a:p>
            <a:pPr>
              <a:buFont typeface="Arial" panose="020B0604020202020204" pitchFamily="34" charset="0"/>
              <a:buChar char="•"/>
            </a:pPr>
            <a:endParaRPr lang="fr-FR" dirty="0"/>
          </a:p>
          <a:p>
            <a:pPr>
              <a:buFont typeface="Arial" panose="020B0604020202020204" pitchFamily="34" charset="0"/>
              <a:buChar char="•"/>
            </a:pPr>
            <a:endParaRPr lang="fr-FR" dirty="0"/>
          </a:p>
          <a:p>
            <a:pPr>
              <a:buFont typeface="Arial" panose="020B0604020202020204" pitchFamily="34" charset="0"/>
              <a:buChar char="•"/>
            </a:pPr>
            <a:endParaRPr lang="fr-FR" dirty="0"/>
          </a:p>
          <a:p>
            <a:pPr>
              <a:buFont typeface="Arial" panose="020B0604020202020204" pitchFamily="34" charset="0"/>
              <a:buChar char="•"/>
            </a:pPr>
            <a:r>
              <a:rPr lang="fr-FR" dirty="0"/>
              <a:t>Évaluation non biaisée : </a:t>
            </a:r>
          </a:p>
          <a:p>
            <a:pPr lvl="2"/>
            <a:r>
              <a:rPr lang="fr-FR" sz="1800" dirty="0"/>
              <a:t>En utilisant les mêmes données pour l'entraînement et l'évaluation, il y a un risque de surajustement (</a:t>
            </a:r>
            <a:r>
              <a:rPr lang="fr-FR" sz="1800" dirty="0" err="1"/>
              <a:t>overfitting</a:t>
            </a:r>
            <a:r>
              <a:rPr lang="fr-FR" sz="1800" dirty="0"/>
              <a:t>) du modèle aux données d'entraînement, ce qui pourrait conduire à une évaluation exagérément optimiste. </a:t>
            </a:r>
          </a:p>
          <a:p>
            <a:pPr lvl="2"/>
            <a:r>
              <a:rPr lang="fr-FR" sz="1800" dirty="0"/>
              <a:t>La division des données en ensembles distincts permet de tester la capacité du modèle à généraliser sur des données qu'il n'a pas vues pendant l'entraînement.</a:t>
            </a:r>
          </a:p>
          <a:p>
            <a:endParaRPr lang="en-US" dirty="0"/>
          </a:p>
        </p:txBody>
      </p:sp>
      <p:sp>
        <p:nvSpPr>
          <p:cNvPr id="6" name="Text Placeholder 3">
            <a:extLst>
              <a:ext uri="{FF2B5EF4-FFF2-40B4-BE49-F238E27FC236}">
                <a16:creationId xmlns:a16="http://schemas.microsoft.com/office/drawing/2014/main" id="{C3809A37-EC49-4983-3CC7-0A9499293857}"/>
              </a:ext>
            </a:extLst>
          </p:cNvPr>
          <p:cNvSpPr txBox="1">
            <a:spLocks/>
          </p:cNvSpPr>
          <p:nvPr/>
        </p:nvSpPr>
        <p:spPr>
          <a:xfrm>
            <a:off x="953764" y="1586647"/>
            <a:ext cx="7581014" cy="756364"/>
          </a:xfrm>
          <a:prstGeom prst="rect">
            <a:avLst/>
          </a:prstGeom>
        </p:spPr>
        <p:txBody>
          <a:bodyPr vert="horz" lIns="137160" tIns="45720" rIns="137160" bIns="45720" rtlCol="0" anchor="ctr">
            <a:normAutofit fontScale="92500"/>
          </a:bodyPr>
          <a:lstStyle>
            <a:lvl1pPr marL="0" indent="0" algn="l" defTabSz="914400" rtl="0" eaLnBrk="1" latinLnBrk="0" hangingPunct="1">
              <a:lnSpc>
                <a:spcPct val="90000"/>
              </a:lnSpc>
              <a:spcBef>
                <a:spcPts val="0"/>
              </a:spcBef>
              <a:spcAft>
                <a:spcPts val="0"/>
              </a:spcAft>
              <a:buClr>
                <a:schemeClr val="tx1"/>
              </a:buClr>
              <a:buSzPct val="100000"/>
              <a:buFont typeface="Arial" panose="020B0604020202020204" pitchFamily="34" charset="0"/>
              <a:buNone/>
              <a:defRPr kumimoji="0" lang="en-US" sz="2800" b="1" i="0" u="none" strike="noStrike" kern="0" cap="none" spc="0" normalizeH="0" baseline="0">
                <a:ln>
                  <a:noFill/>
                </a:ln>
                <a:solidFill>
                  <a:srgbClr val="5B9BD5"/>
                </a:solidFill>
                <a:effectLst/>
                <a:highlight>
                  <a:srgbClr val="FFFFFF"/>
                </a:highlight>
                <a:uLnTx/>
                <a:uFillTx/>
                <a:latin typeface="Calibri" panose="020F0502020204030204" pitchFamily="34" charset="0"/>
                <a:ea typeface="+mn-ea"/>
                <a:cs typeface="Calibri" panose="020F0502020204030204" pitchFamily="34" charset="0"/>
              </a:defRPr>
            </a:lvl1pPr>
            <a:lvl2pPr marL="457200" indent="0" algn="l" defTabSz="914400" rtl="0" eaLnBrk="1" latinLnBrk="0" hangingPunct="1">
              <a:lnSpc>
                <a:spcPct val="90000"/>
              </a:lnSpc>
              <a:spcBef>
                <a:spcPts val="200"/>
              </a:spcBef>
              <a:spcAft>
                <a:spcPts val="400"/>
              </a:spcAft>
              <a:buClr>
                <a:schemeClr val="tx1"/>
              </a:buClr>
              <a:buFont typeface="Wingdings 3" pitchFamily="18" charset="2"/>
              <a:buNone/>
              <a:defRPr sz="2000" b="1" kern="1200">
                <a:solidFill>
                  <a:schemeClr val="tx1"/>
                </a:solidFill>
                <a:latin typeface="Calibri" panose="020F0502020204030204" pitchFamily="34" charset="0"/>
                <a:ea typeface="+mn-ea"/>
                <a:cs typeface="Calibri" panose="020F0502020204030204" pitchFamily="34" charset="0"/>
              </a:defRPr>
            </a:lvl2pPr>
            <a:lvl3pPr marL="914400" indent="0" algn="l" defTabSz="914400" rtl="0" eaLnBrk="1" latinLnBrk="0" hangingPunct="1">
              <a:lnSpc>
                <a:spcPct val="90000"/>
              </a:lnSpc>
              <a:spcBef>
                <a:spcPts val="200"/>
              </a:spcBef>
              <a:spcAft>
                <a:spcPts val="400"/>
              </a:spcAft>
              <a:buClr>
                <a:schemeClr val="tx1"/>
              </a:buClr>
              <a:buFont typeface="Wingdings 3" pitchFamily="18" charset="2"/>
              <a:buNone/>
              <a:defRPr sz="1800" b="1" kern="1200">
                <a:solidFill>
                  <a:schemeClr val="tx1"/>
                </a:solidFill>
                <a:latin typeface="Calibri" panose="020F0502020204030204" pitchFamily="34" charset="0"/>
                <a:ea typeface="+mn-ea"/>
                <a:cs typeface="Calibri" panose="020F0502020204030204" pitchFamily="34" charset="0"/>
              </a:defRPr>
            </a:lvl3pPr>
            <a:lvl4pPr marL="13716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Calibri" panose="020F0502020204030204" pitchFamily="34" charset="0"/>
                <a:ea typeface="+mn-ea"/>
                <a:cs typeface="Calibri" panose="020F0502020204030204" pitchFamily="34" charset="0"/>
              </a:defRPr>
            </a:lvl4pPr>
            <a:lvl5pPr marL="18288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
                <a:srgbClr val="2E2B21"/>
              </a:buClr>
              <a:buSzPct val="100000"/>
              <a:buFont typeface="Arial" panose="020B0604020202020204" pitchFamily="34" charset="0"/>
              <a:buNone/>
              <a:tabLst/>
              <a:defRPr/>
            </a:pPr>
            <a:r>
              <a:rPr lang="fr-FR" u="sng" dirty="0"/>
              <a:t>L’importance du partitionnement du jeu de données</a:t>
            </a:r>
          </a:p>
        </p:txBody>
      </p:sp>
      <p:pic>
        <p:nvPicPr>
          <p:cNvPr id="4" name="Picture 3">
            <a:extLst>
              <a:ext uri="{FF2B5EF4-FFF2-40B4-BE49-F238E27FC236}">
                <a16:creationId xmlns:a16="http://schemas.microsoft.com/office/drawing/2014/main" id="{E910E8D4-CCAB-7C3D-4942-5535A8928540}"/>
              </a:ext>
            </a:extLst>
          </p:cNvPr>
          <p:cNvPicPr>
            <a:picLocks noChangeAspect="1"/>
          </p:cNvPicPr>
          <p:nvPr/>
        </p:nvPicPr>
        <p:blipFill>
          <a:blip r:embed="rId2"/>
          <a:stretch>
            <a:fillRect/>
          </a:stretch>
        </p:blipFill>
        <p:spPr>
          <a:xfrm>
            <a:off x="2784804" y="3258050"/>
            <a:ext cx="5806303" cy="1257191"/>
          </a:xfrm>
          <a:prstGeom prst="rect">
            <a:avLst/>
          </a:prstGeom>
        </p:spPr>
      </p:pic>
    </p:spTree>
    <p:extLst>
      <p:ext uri="{BB962C8B-B14F-4D97-AF65-F5344CB8AC3E}">
        <p14:creationId xmlns:p14="http://schemas.microsoft.com/office/powerpoint/2010/main" val="2139995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4ECBB-0031-EBC4-7D15-4E77F3E1A0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0A6AE0-E20D-D3D2-B090-FE9AE0520CCC}"/>
              </a:ext>
            </a:extLst>
          </p:cNvPr>
          <p:cNvSpPr>
            <a:spLocks noGrp="1"/>
          </p:cNvSpPr>
          <p:nvPr>
            <p:ph type="title"/>
          </p:nvPr>
        </p:nvSpPr>
        <p:spPr>
          <a:xfrm>
            <a:off x="1024128" y="585216"/>
            <a:ext cx="10800726" cy="1499616"/>
          </a:xfrm>
        </p:spPr>
        <p:txBody>
          <a:bodyPr/>
          <a:lstStyle/>
          <a:p>
            <a:r>
              <a:rPr lang="en-US" dirty="0" err="1"/>
              <a:t>Récap</a:t>
            </a:r>
            <a:r>
              <a:rPr lang="en-US" dirty="0"/>
              <a:t> – ML </a:t>
            </a:r>
            <a:r>
              <a:rPr lang="en-US" dirty="0" err="1"/>
              <a:t>Supervisé</a:t>
            </a:r>
            <a:r>
              <a:rPr lang="en-US" dirty="0"/>
              <a:t> + Evaluation des </a:t>
            </a:r>
            <a:r>
              <a:rPr lang="en-US" dirty="0" err="1"/>
              <a:t>modèles</a:t>
            </a:r>
            <a:endParaRPr lang="en-US" dirty="0"/>
          </a:p>
        </p:txBody>
      </p:sp>
      <p:sp>
        <p:nvSpPr>
          <p:cNvPr id="3" name="Content Placeholder 2">
            <a:extLst>
              <a:ext uri="{FF2B5EF4-FFF2-40B4-BE49-F238E27FC236}">
                <a16:creationId xmlns:a16="http://schemas.microsoft.com/office/drawing/2014/main" id="{A6B9F037-CCAD-FD64-1ADC-2586F9F8D656}"/>
              </a:ext>
            </a:extLst>
          </p:cNvPr>
          <p:cNvSpPr>
            <a:spLocks noGrp="1"/>
          </p:cNvSpPr>
          <p:nvPr>
            <p:ph idx="1"/>
          </p:nvPr>
        </p:nvSpPr>
        <p:spPr>
          <a:xfrm>
            <a:off x="1024128" y="2286000"/>
            <a:ext cx="10800727" cy="4023360"/>
          </a:xfrm>
        </p:spPr>
        <p:txBody>
          <a:bodyPr>
            <a:normAutofit/>
          </a:bodyPr>
          <a:lstStyle/>
          <a:p>
            <a:pPr>
              <a:buFont typeface="Arial" panose="020B0604020202020204" pitchFamily="34" charset="0"/>
              <a:buChar char="•"/>
            </a:pPr>
            <a:r>
              <a:rPr lang="fr-FR" dirty="0"/>
              <a:t>Simulation du monde réel : </a:t>
            </a:r>
          </a:p>
          <a:p>
            <a:pPr lvl="1">
              <a:buFont typeface="Arial" panose="020B0604020202020204" pitchFamily="34" charset="0"/>
              <a:buChar char="•"/>
            </a:pPr>
            <a:r>
              <a:rPr lang="fr-FR" dirty="0"/>
              <a:t>Dans le monde réel, les données sur lesquelles le modèle sera appliqué sont inconnues à l'avance. </a:t>
            </a:r>
          </a:p>
          <a:p>
            <a:pPr lvl="1">
              <a:buFont typeface="Arial" panose="020B0604020202020204" pitchFamily="34" charset="0"/>
              <a:buChar char="•"/>
            </a:pPr>
            <a:r>
              <a:rPr lang="fr-FR" dirty="0"/>
              <a:t>La division des données en ensembles d'entraînement, de validation et de test reflète mieux cette situation réelle en permettant d'évaluer comment le modèle se comporte avec de nouvelles données.</a:t>
            </a:r>
          </a:p>
          <a:p>
            <a:pPr>
              <a:buFont typeface="Arial" panose="020B0604020202020204" pitchFamily="34" charset="0"/>
              <a:buChar char="•"/>
            </a:pPr>
            <a:r>
              <a:rPr lang="fr-FR" dirty="0"/>
              <a:t>Optimisation des hyperparamètres : </a:t>
            </a:r>
          </a:p>
          <a:p>
            <a:pPr lvl="1">
              <a:buFont typeface="Arial" panose="020B0604020202020204" pitchFamily="34" charset="0"/>
              <a:buChar char="•"/>
            </a:pPr>
            <a:r>
              <a:rPr lang="fr-FR" dirty="0"/>
              <a:t>La division des données en ensemble de validation aide à ajuster les hyperparamètres du modèle sans utiliser les données de test. </a:t>
            </a:r>
          </a:p>
          <a:p>
            <a:pPr lvl="1">
              <a:buFont typeface="Arial" panose="020B0604020202020204" pitchFamily="34" charset="0"/>
              <a:buChar char="•"/>
            </a:pPr>
            <a:r>
              <a:rPr lang="fr-FR" dirty="0"/>
              <a:t>Cela évite de "fuir" des informations de test dans le processus d'entraînement, ce qui pourrait biaiser l'évaluation finale.</a:t>
            </a:r>
          </a:p>
          <a:p>
            <a:pPr>
              <a:buFont typeface="Arial" panose="020B0604020202020204" pitchFamily="34" charset="0"/>
              <a:buChar char="•"/>
            </a:pPr>
            <a:r>
              <a:rPr lang="fr-FR" dirty="0"/>
              <a:t>Evaluation de la performance des modèles : </a:t>
            </a:r>
          </a:p>
          <a:p>
            <a:pPr lvl="1">
              <a:buFont typeface="Arial" panose="020B0604020202020204" pitchFamily="34" charset="0"/>
              <a:buChar char="•"/>
            </a:pPr>
            <a:r>
              <a:rPr lang="fr-FR" dirty="0"/>
              <a:t>La division permet de comparer plusieurs modèles sur les mêmes données de test, ce qui permet de prendre des décisions éclairées quant à quel modèle est le plus performant.</a:t>
            </a:r>
          </a:p>
        </p:txBody>
      </p:sp>
      <p:sp>
        <p:nvSpPr>
          <p:cNvPr id="6" name="Text Placeholder 3">
            <a:extLst>
              <a:ext uri="{FF2B5EF4-FFF2-40B4-BE49-F238E27FC236}">
                <a16:creationId xmlns:a16="http://schemas.microsoft.com/office/drawing/2014/main" id="{B6F62464-50B1-A7FA-D9AE-8D57CC7FC869}"/>
              </a:ext>
            </a:extLst>
          </p:cNvPr>
          <p:cNvSpPr txBox="1">
            <a:spLocks/>
          </p:cNvSpPr>
          <p:nvPr/>
        </p:nvSpPr>
        <p:spPr>
          <a:xfrm>
            <a:off x="953764" y="1586647"/>
            <a:ext cx="7581014" cy="756364"/>
          </a:xfrm>
          <a:prstGeom prst="rect">
            <a:avLst/>
          </a:prstGeom>
        </p:spPr>
        <p:txBody>
          <a:bodyPr vert="horz" lIns="137160" tIns="45720" rIns="137160" bIns="45720" rtlCol="0" anchor="ctr">
            <a:normAutofit fontScale="92500"/>
          </a:bodyPr>
          <a:lstStyle>
            <a:lvl1pPr marL="0" indent="0" algn="l" defTabSz="914400" rtl="0" eaLnBrk="1" latinLnBrk="0" hangingPunct="1">
              <a:lnSpc>
                <a:spcPct val="90000"/>
              </a:lnSpc>
              <a:spcBef>
                <a:spcPts val="0"/>
              </a:spcBef>
              <a:spcAft>
                <a:spcPts val="0"/>
              </a:spcAft>
              <a:buClr>
                <a:schemeClr val="tx1"/>
              </a:buClr>
              <a:buSzPct val="100000"/>
              <a:buFont typeface="Arial" panose="020B0604020202020204" pitchFamily="34" charset="0"/>
              <a:buNone/>
              <a:defRPr kumimoji="0" lang="en-US" sz="2800" b="1" i="0" u="none" strike="noStrike" kern="0" cap="none" spc="0" normalizeH="0" baseline="0">
                <a:ln>
                  <a:noFill/>
                </a:ln>
                <a:solidFill>
                  <a:srgbClr val="5B9BD5"/>
                </a:solidFill>
                <a:effectLst/>
                <a:highlight>
                  <a:srgbClr val="FFFFFF"/>
                </a:highlight>
                <a:uLnTx/>
                <a:uFillTx/>
                <a:latin typeface="Calibri" panose="020F0502020204030204" pitchFamily="34" charset="0"/>
                <a:ea typeface="+mn-ea"/>
                <a:cs typeface="Calibri" panose="020F0502020204030204" pitchFamily="34" charset="0"/>
              </a:defRPr>
            </a:lvl1pPr>
            <a:lvl2pPr marL="457200" indent="0" algn="l" defTabSz="914400" rtl="0" eaLnBrk="1" latinLnBrk="0" hangingPunct="1">
              <a:lnSpc>
                <a:spcPct val="90000"/>
              </a:lnSpc>
              <a:spcBef>
                <a:spcPts val="200"/>
              </a:spcBef>
              <a:spcAft>
                <a:spcPts val="400"/>
              </a:spcAft>
              <a:buClr>
                <a:schemeClr val="tx1"/>
              </a:buClr>
              <a:buFont typeface="Wingdings 3" pitchFamily="18" charset="2"/>
              <a:buNone/>
              <a:defRPr sz="2000" b="1" kern="1200">
                <a:solidFill>
                  <a:schemeClr val="tx1"/>
                </a:solidFill>
                <a:latin typeface="Calibri" panose="020F0502020204030204" pitchFamily="34" charset="0"/>
                <a:ea typeface="+mn-ea"/>
                <a:cs typeface="Calibri" panose="020F0502020204030204" pitchFamily="34" charset="0"/>
              </a:defRPr>
            </a:lvl2pPr>
            <a:lvl3pPr marL="914400" indent="0" algn="l" defTabSz="914400" rtl="0" eaLnBrk="1" latinLnBrk="0" hangingPunct="1">
              <a:lnSpc>
                <a:spcPct val="90000"/>
              </a:lnSpc>
              <a:spcBef>
                <a:spcPts val="200"/>
              </a:spcBef>
              <a:spcAft>
                <a:spcPts val="400"/>
              </a:spcAft>
              <a:buClr>
                <a:schemeClr val="tx1"/>
              </a:buClr>
              <a:buFont typeface="Wingdings 3" pitchFamily="18" charset="2"/>
              <a:buNone/>
              <a:defRPr sz="1800" b="1" kern="1200">
                <a:solidFill>
                  <a:schemeClr val="tx1"/>
                </a:solidFill>
                <a:latin typeface="Calibri" panose="020F0502020204030204" pitchFamily="34" charset="0"/>
                <a:ea typeface="+mn-ea"/>
                <a:cs typeface="Calibri" panose="020F0502020204030204" pitchFamily="34" charset="0"/>
              </a:defRPr>
            </a:lvl3pPr>
            <a:lvl4pPr marL="13716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Calibri" panose="020F0502020204030204" pitchFamily="34" charset="0"/>
                <a:ea typeface="+mn-ea"/>
                <a:cs typeface="Calibri" panose="020F0502020204030204" pitchFamily="34" charset="0"/>
              </a:defRPr>
            </a:lvl4pPr>
            <a:lvl5pPr marL="18288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
                <a:srgbClr val="2E2B21"/>
              </a:buClr>
              <a:buSzPct val="100000"/>
              <a:buFont typeface="Arial" panose="020B0604020202020204" pitchFamily="34" charset="0"/>
              <a:buNone/>
              <a:tabLst/>
              <a:defRPr/>
            </a:pPr>
            <a:r>
              <a:rPr lang="fr-FR" u="sng" dirty="0"/>
              <a:t>L’importance du partitionnement du jeu de données</a:t>
            </a:r>
          </a:p>
        </p:txBody>
      </p:sp>
      <p:pic>
        <p:nvPicPr>
          <p:cNvPr id="4" name="Picture 3">
            <a:extLst>
              <a:ext uri="{FF2B5EF4-FFF2-40B4-BE49-F238E27FC236}">
                <a16:creationId xmlns:a16="http://schemas.microsoft.com/office/drawing/2014/main" id="{DB530B37-CFBF-13F9-9462-C0D546AFE7AD}"/>
              </a:ext>
            </a:extLst>
          </p:cNvPr>
          <p:cNvPicPr>
            <a:picLocks noChangeAspect="1"/>
          </p:cNvPicPr>
          <p:nvPr/>
        </p:nvPicPr>
        <p:blipFill>
          <a:blip r:embed="rId2"/>
          <a:stretch>
            <a:fillRect/>
          </a:stretch>
        </p:blipFill>
        <p:spPr>
          <a:xfrm>
            <a:off x="8605142" y="1720279"/>
            <a:ext cx="3367354" cy="729105"/>
          </a:xfrm>
          <a:prstGeom prst="rect">
            <a:avLst/>
          </a:prstGeom>
        </p:spPr>
      </p:pic>
    </p:spTree>
    <p:extLst>
      <p:ext uri="{BB962C8B-B14F-4D97-AF65-F5344CB8AC3E}">
        <p14:creationId xmlns:p14="http://schemas.microsoft.com/office/powerpoint/2010/main" val="3728723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41447-0F12-B6C6-4BDC-EAB36ACD74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B4A828-339D-EE79-DA61-FBF8BD7A11E4}"/>
              </a:ext>
            </a:extLst>
          </p:cNvPr>
          <p:cNvSpPr>
            <a:spLocks noGrp="1"/>
          </p:cNvSpPr>
          <p:nvPr>
            <p:ph type="title"/>
          </p:nvPr>
        </p:nvSpPr>
        <p:spPr>
          <a:xfrm>
            <a:off x="1024128" y="585216"/>
            <a:ext cx="10800726" cy="1499616"/>
          </a:xfrm>
        </p:spPr>
        <p:txBody>
          <a:bodyPr/>
          <a:lstStyle/>
          <a:p>
            <a:r>
              <a:rPr lang="en-US" dirty="0" err="1"/>
              <a:t>Récap</a:t>
            </a:r>
            <a:r>
              <a:rPr lang="en-US" dirty="0"/>
              <a:t> – ML </a:t>
            </a:r>
            <a:r>
              <a:rPr lang="en-US" dirty="0" err="1"/>
              <a:t>Supervisé</a:t>
            </a:r>
            <a:r>
              <a:rPr lang="en-US" dirty="0"/>
              <a:t> + Evaluation des </a:t>
            </a:r>
            <a:r>
              <a:rPr lang="en-US" dirty="0" err="1"/>
              <a:t>modèles</a:t>
            </a:r>
            <a:endParaRPr lang="en-US" dirty="0"/>
          </a:p>
        </p:txBody>
      </p:sp>
      <p:sp>
        <p:nvSpPr>
          <p:cNvPr id="3" name="Content Placeholder 2">
            <a:extLst>
              <a:ext uri="{FF2B5EF4-FFF2-40B4-BE49-F238E27FC236}">
                <a16:creationId xmlns:a16="http://schemas.microsoft.com/office/drawing/2014/main" id="{9FD869D2-B532-39C3-9F95-14915F70A495}"/>
              </a:ext>
            </a:extLst>
          </p:cNvPr>
          <p:cNvSpPr>
            <a:spLocks noGrp="1"/>
          </p:cNvSpPr>
          <p:nvPr>
            <p:ph idx="1"/>
          </p:nvPr>
        </p:nvSpPr>
        <p:spPr>
          <a:xfrm>
            <a:off x="1024128" y="2286000"/>
            <a:ext cx="10800727" cy="4023360"/>
          </a:xfrm>
        </p:spPr>
        <p:txBody>
          <a:bodyPr>
            <a:normAutofit/>
          </a:bodyPr>
          <a:lstStyle/>
          <a:p>
            <a:r>
              <a:rPr lang="fr-FR" b="1" dirty="0"/>
              <a:t>Jeu d'entraînement : </a:t>
            </a:r>
            <a:r>
              <a:rPr lang="fr-FR" dirty="0"/>
              <a:t>Utilisé pour former le modèle, il permet d'ajuster les paramètres du modèle en utilisant des données connues.</a:t>
            </a:r>
          </a:p>
          <a:p>
            <a:r>
              <a:rPr lang="fr-FR" b="1" dirty="0"/>
              <a:t>Jeu de validation : </a:t>
            </a:r>
            <a:r>
              <a:rPr lang="fr-FR" dirty="0"/>
              <a:t>Employé pour ajuster les hyperparamètres et sélectionner le meilleur modèle, il évite le surajustement en utilisant des données distinctes de l'entraînement.</a:t>
            </a:r>
          </a:p>
          <a:p>
            <a:r>
              <a:rPr lang="fr-FR" b="1" dirty="0"/>
              <a:t>Jeu de test : </a:t>
            </a:r>
            <a:r>
              <a:rPr lang="fr-FR" dirty="0"/>
              <a:t>Évalué après la formation pour mesurer la performance réelle du modèle sur des données inédites, il simule le déploiement dans le monde réel.</a:t>
            </a:r>
            <a:endParaRPr lang="en-US" dirty="0"/>
          </a:p>
          <a:p>
            <a:endParaRPr lang="en-US" dirty="0"/>
          </a:p>
        </p:txBody>
      </p:sp>
      <p:sp>
        <p:nvSpPr>
          <p:cNvPr id="6" name="Text Placeholder 3">
            <a:extLst>
              <a:ext uri="{FF2B5EF4-FFF2-40B4-BE49-F238E27FC236}">
                <a16:creationId xmlns:a16="http://schemas.microsoft.com/office/drawing/2014/main" id="{C02D182B-1A9A-F69B-A0D2-597ED1752156}"/>
              </a:ext>
            </a:extLst>
          </p:cNvPr>
          <p:cNvSpPr txBox="1">
            <a:spLocks/>
          </p:cNvSpPr>
          <p:nvPr/>
        </p:nvSpPr>
        <p:spPr>
          <a:xfrm>
            <a:off x="953764" y="1586647"/>
            <a:ext cx="7581014" cy="756364"/>
          </a:xfrm>
          <a:prstGeom prst="rect">
            <a:avLst/>
          </a:prstGeom>
        </p:spPr>
        <p:txBody>
          <a:bodyPr vert="horz" lIns="137160" tIns="45720" rIns="137160" bIns="45720" rtlCol="0" anchor="ctr">
            <a:normAutofit fontScale="92500"/>
          </a:bodyPr>
          <a:lstStyle>
            <a:lvl1pPr marL="0" indent="0" algn="l" defTabSz="914400" rtl="0" eaLnBrk="1" latinLnBrk="0" hangingPunct="1">
              <a:lnSpc>
                <a:spcPct val="90000"/>
              </a:lnSpc>
              <a:spcBef>
                <a:spcPts val="0"/>
              </a:spcBef>
              <a:spcAft>
                <a:spcPts val="0"/>
              </a:spcAft>
              <a:buClr>
                <a:schemeClr val="tx1"/>
              </a:buClr>
              <a:buSzPct val="100000"/>
              <a:buFont typeface="Arial" panose="020B0604020202020204" pitchFamily="34" charset="0"/>
              <a:buNone/>
              <a:defRPr kumimoji="0" lang="en-US" sz="2800" b="1" i="0" u="none" strike="noStrike" kern="0" cap="none" spc="0" normalizeH="0" baseline="0">
                <a:ln>
                  <a:noFill/>
                </a:ln>
                <a:solidFill>
                  <a:srgbClr val="5B9BD5"/>
                </a:solidFill>
                <a:effectLst/>
                <a:highlight>
                  <a:srgbClr val="FFFFFF"/>
                </a:highlight>
                <a:uLnTx/>
                <a:uFillTx/>
                <a:latin typeface="Calibri" panose="020F0502020204030204" pitchFamily="34" charset="0"/>
                <a:ea typeface="+mn-ea"/>
                <a:cs typeface="Calibri" panose="020F0502020204030204" pitchFamily="34" charset="0"/>
              </a:defRPr>
            </a:lvl1pPr>
            <a:lvl2pPr marL="457200" indent="0" algn="l" defTabSz="914400" rtl="0" eaLnBrk="1" latinLnBrk="0" hangingPunct="1">
              <a:lnSpc>
                <a:spcPct val="90000"/>
              </a:lnSpc>
              <a:spcBef>
                <a:spcPts val="200"/>
              </a:spcBef>
              <a:spcAft>
                <a:spcPts val="400"/>
              </a:spcAft>
              <a:buClr>
                <a:schemeClr val="tx1"/>
              </a:buClr>
              <a:buFont typeface="Wingdings 3" pitchFamily="18" charset="2"/>
              <a:buNone/>
              <a:defRPr sz="2000" b="1" kern="1200">
                <a:solidFill>
                  <a:schemeClr val="tx1"/>
                </a:solidFill>
                <a:latin typeface="Calibri" panose="020F0502020204030204" pitchFamily="34" charset="0"/>
                <a:ea typeface="+mn-ea"/>
                <a:cs typeface="Calibri" panose="020F0502020204030204" pitchFamily="34" charset="0"/>
              </a:defRPr>
            </a:lvl2pPr>
            <a:lvl3pPr marL="914400" indent="0" algn="l" defTabSz="914400" rtl="0" eaLnBrk="1" latinLnBrk="0" hangingPunct="1">
              <a:lnSpc>
                <a:spcPct val="90000"/>
              </a:lnSpc>
              <a:spcBef>
                <a:spcPts val="200"/>
              </a:spcBef>
              <a:spcAft>
                <a:spcPts val="400"/>
              </a:spcAft>
              <a:buClr>
                <a:schemeClr val="tx1"/>
              </a:buClr>
              <a:buFont typeface="Wingdings 3" pitchFamily="18" charset="2"/>
              <a:buNone/>
              <a:defRPr sz="1800" b="1" kern="1200">
                <a:solidFill>
                  <a:schemeClr val="tx1"/>
                </a:solidFill>
                <a:latin typeface="Calibri" panose="020F0502020204030204" pitchFamily="34" charset="0"/>
                <a:ea typeface="+mn-ea"/>
                <a:cs typeface="Calibri" panose="020F0502020204030204" pitchFamily="34" charset="0"/>
              </a:defRPr>
            </a:lvl3pPr>
            <a:lvl4pPr marL="13716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Calibri" panose="020F0502020204030204" pitchFamily="34" charset="0"/>
                <a:ea typeface="+mn-ea"/>
                <a:cs typeface="Calibri" panose="020F0502020204030204" pitchFamily="34" charset="0"/>
              </a:defRPr>
            </a:lvl4pPr>
            <a:lvl5pPr marL="18288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
                <a:srgbClr val="2E2B21"/>
              </a:buClr>
              <a:buSzPct val="100000"/>
              <a:buFont typeface="Arial" panose="020B0604020202020204" pitchFamily="34" charset="0"/>
              <a:buNone/>
              <a:tabLst/>
              <a:defRPr/>
            </a:pPr>
            <a:r>
              <a:rPr lang="fr-FR" u="sng" dirty="0"/>
              <a:t>L’importance du partitionnement du jeu de données</a:t>
            </a:r>
          </a:p>
        </p:txBody>
      </p:sp>
      <p:pic>
        <p:nvPicPr>
          <p:cNvPr id="7" name="Picture 6">
            <a:extLst>
              <a:ext uri="{FF2B5EF4-FFF2-40B4-BE49-F238E27FC236}">
                <a16:creationId xmlns:a16="http://schemas.microsoft.com/office/drawing/2014/main" id="{4CAFD57C-C0BF-9BAB-1410-41A0C056CC9A}"/>
              </a:ext>
            </a:extLst>
          </p:cNvPr>
          <p:cNvPicPr>
            <a:picLocks noChangeAspect="1"/>
          </p:cNvPicPr>
          <p:nvPr/>
        </p:nvPicPr>
        <p:blipFill>
          <a:blip r:embed="rId2"/>
          <a:stretch>
            <a:fillRect/>
          </a:stretch>
        </p:blipFill>
        <p:spPr>
          <a:xfrm>
            <a:off x="3076634" y="4642757"/>
            <a:ext cx="5806303" cy="1257191"/>
          </a:xfrm>
          <a:prstGeom prst="rect">
            <a:avLst/>
          </a:prstGeom>
        </p:spPr>
      </p:pic>
    </p:spTree>
    <p:extLst>
      <p:ext uri="{BB962C8B-B14F-4D97-AF65-F5344CB8AC3E}">
        <p14:creationId xmlns:p14="http://schemas.microsoft.com/office/powerpoint/2010/main" val="41930910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1F854-EAFC-6F5E-30D3-DF1559139C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A226FA-DC05-C96C-35C4-843D2E41735F}"/>
              </a:ext>
            </a:extLst>
          </p:cNvPr>
          <p:cNvSpPr>
            <a:spLocks noGrp="1"/>
          </p:cNvSpPr>
          <p:nvPr>
            <p:ph type="title"/>
          </p:nvPr>
        </p:nvSpPr>
        <p:spPr>
          <a:xfrm>
            <a:off x="1024128" y="585216"/>
            <a:ext cx="10800726" cy="1499616"/>
          </a:xfrm>
        </p:spPr>
        <p:txBody>
          <a:bodyPr/>
          <a:lstStyle/>
          <a:p>
            <a:r>
              <a:rPr lang="en-US" dirty="0" err="1"/>
              <a:t>Récap</a:t>
            </a:r>
            <a:r>
              <a:rPr lang="en-US" dirty="0"/>
              <a:t> – ML </a:t>
            </a:r>
            <a:r>
              <a:rPr lang="en-US" dirty="0" err="1"/>
              <a:t>Supervisé</a:t>
            </a:r>
            <a:r>
              <a:rPr lang="en-US" dirty="0"/>
              <a:t> + Evaluation des </a:t>
            </a:r>
            <a:r>
              <a:rPr lang="en-US" dirty="0" err="1"/>
              <a:t>modèles</a:t>
            </a:r>
            <a:endParaRPr lang="en-US" dirty="0"/>
          </a:p>
        </p:txBody>
      </p:sp>
      <p:sp>
        <p:nvSpPr>
          <p:cNvPr id="3" name="Content Placeholder 2">
            <a:extLst>
              <a:ext uri="{FF2B5EF4-FFF2-40B4-BE49-F238E27FC236}">
                <a16:creationId xmlns:a16="http://schemas.microsoft.com/office/drawing/2014/main" id="{D966A2B1-2B97-ABF4-BE43-90295CB54E23}"/>
              </a:ext>
            </a:extLst>
          </p:cNvPr>
          <p:cNvSpPr>
            <a:spLocks noGrp="1"/>
          </p:cNvSpPr>
          <p:nvPr>
            <p:ph idx="1"/>
          </p:nvPr>
        </p:nvSpPr>
        <p:spPr>
          <a:xfrm>
            <a:off x="1024128" y="2286000"/>
            <a:ext cx="10800727" cy="4023360"/>
          </a:xfrm>
        </p:spPr>
        <p:txBody>
          <a:bodyPr/>
          <a:lstStyle/>
          <a:p>
            <a:pPr>
              <a:buFont typeface="Arial" panose="020B0604020202020204" pitchFamily="34" charset="0"/>
              <a:buChar char="•"/>
            </a:pPr>
            <a:r>
              <a:rPr lang="fr-FR" dirty="0"/>
              <a:t>L'échantillonnage stratifié garantit que la répartition des classes dans les ensembles d'entraînement, de validation et de test est similaire à celle de l'ensemble de données complet. </a:t>
            </a:r>
          </a:p>
          <a:p>
            <a:pPr>
              <a:buFont typeface="Arial" panose="020B0604020202020204" pitchFamily="34" charset="0"/>
              <a:buChar char="•"/>
            </a:pPr>
            <a:r>
              <a:rPr lang="fr-FR" dirty="0"/>
              <a:t>Cela est particulièrement important pour les ensembles de données déséquilibrés, où certaines classes sont rares.</a:t>
            </a:r>
          </a:p>
          <a:p>
            <a:endParaRPr lang="fr-FR" dirty="0"/>
          </a:p>
          <a:p>
            <a:endParaRPr lang="en-US" dirty="0"/>
          </a:p>
        </p:txBody>
      </p:sp>
      <p:sp>
        <p:nvSpPr>
          <p:cNvPr id="6" name="Text Placeholder 3">
            <a:extLst>
              <a:ext uri="{FF2B5EF4-FFF2-40B4-BE49-F238E27FC236}">
                <a16:creationId xmlns:a16="http://schemas.microsoft.com/office/drawing/2014/main" id="{EA02D9D1-3C8A-666B-CF88-944E6FBA8BB2}"/>
              </a:ext>
            </a:extLst>
          </p:cNvPr>
          <p:cNvSpPr txBox="1">
            <a:spLocks/>
          </p:cNvSpPr>
          <p:nvPr/>
        </p:nvSpPr>
        <p:spPr>
          <a:xfrm>
            <a:off x="953764" y="1586647"/>
            <a:ext cx="7581014" cy="756364"/>
          </a:xfrm>
          <a:prstGeom prst="rect">
            <a:avLst/>
          </a:prstGeom>
        </p:spPr>
        <p:txBody>
          <a:bodyPr vert="horz" lIns="137160" tIns="45720" rIns="137160" bIns="45720" rtlCol="0" anchor="ctr">
            <a:normAutofit/>
          </a:bodyPr>
          <a:lstStyle>
            <a:lvl1pPr marL="0" indent="0" algn="l" defTabSz="914400" rtl="0" eaLnBrk="1" latinLnBrk="0" hangingPunct="1">
              <a:lnSpc>
                <a:spcPct val="90000"/>
              </a:lnSpc>
              <a:spcBef>
                <a:spcPts val="0"/>
              </a:spcBef>
              <a:spcAft>
                <a:spcPts val="0"/>
              </a:spcAft>
              <a:buClr>
                <a:schemeClr val="tx1"/>
              </a:buClr>
              <a:buSzPct val="100000"/>
              <a:buFont typeface="Arial" panose="020B0604020202020204" pitchFamily="34" charset="0"/>
              <a:buNone/>
              <a:defRPr kumimoji="0" lang="en-US" sz="2800" b="1" i="0" u="none" strike="noStrike" kern="0" cap="none" spc="0" normalizeH="0" baseline="0">
                <a:ln>
                  <a:noFill/>
                </a:ln>
                <a:solidFill>
                  <a:srgbClr val="5B9BD5"/>
                </a:solidFill>
                <a:effectLst/>
                <a:highlight>
                  <a:srgbClr val="FFFFFF"/>
                </a:highlight>
                <a:uLnTx/>
                <a:uFillTx/>
                <a:latin typeface="Calibri" panose="020F0502020204030204" pitchFamily="34" charset="0"/>
                <a:ea typeface="+mn-ea"/>
                <a:cs typeface="Calibri" panose="020F0502020204030204" pitchFamily="34" charset="0"/>
              </a:defRPr>
            </a:lvl1pPr>
            <a:lvl2pPr marL="457200" indent="0" algn="l" defTabSz="914400" rtl="0" eaLnBrk="1" latinLnBrk="0" hangingPunct="1">
              <a:lnSpc>
                <a:spcPct val="90000"/>
              </a:lnSpc>
              <a:spcBef>
                <a:spcPts val="200"/>
              </a:spcBef>
              <a:spcAft>
                <a:spcPts val="400"/>
              </a:spcAft>
              <a:buClr>
                <a:schemeClr val="tx1"/>
              </a:buClr>
              <a:buFont typeface="Wingdings 3" pitchFamily="18" charset="2"/>
              <a:buNone/>
              <a:defRPr sz="2000" b="1" kern="1200">
                <a:solidFill>
                  <a:schemeClr val="tx1"/>
                </a:solidFill>
                <a:latin typeface="Calibri" panose="020F0502020204030204" pitchFamily="34" charset="0"/>
                <a:ea typeface="+mn-ea"/>
                <a:cs typeface="Calibri" panose="020F0502020204030204" pitchFamily="34" charset="0"/>
              </a:defRPr>
            </a:lvl2pPr>
            <a:lvl3pPr marL="914400" indent="0" algn="l" defTabSz="914400" rtl="0" eaLnBrk="1" latinLnBrk="0" hangingPunct="1">
              <a:lnSpc>
                <a:spcPct val="90000"/>
              </a:lnSpc>
              <a:spcBef>
                <a:spcPts val="200"/>
              </a:spcBef>
              <a:spcAft>
                <a:spcPts val="400"/>
              </a:spcAft>
              <a:buClr>
                <a:schemeClr val="tx1"/>
              </a:buClr>
              <a:buFont typeface="Wingdings 3" pitchFamily="18" charset="2"/>
              <a:buNone/>
              <a:defRPr sz="1800" b="1" kern="1200">
                <a:solidFill>
                  <a:schemeClr val="tx1"/>
                </a:solidFill>
                <a:latin typeface="Calibri" panose="020F0502020204030204" pitchFamily="34" charset="0"/>
                <a:ea typeface="+mn-ea"/>
                <a:cs typeface="Calibri" panose="020F0502020204030204" pitchFamily="34" charset="0"/>
              </a:defRPr>
            </a:lvl3pPr>
            <a:lvl4pPr marL="13716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Calibri" panose="020F0502020204030204" pitchFamily="34" charset="0"/>
                <a:ea typeface="+mn-ea"/>
                <a:cs typeface="Calibri" panose="020F0502020204030204" pitchFamily="34" charset="0"/>
              </a:defRPr>
            </a:lvl4pPr>
            <a:lvl5pPr marL="18288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
                <a:srgbClr val="2E2B21"/>
              </a:buClr>
              <a:buSzPct val="100000"/>
              <a:buFont typeface="Arial" panose="020B0604020202020204" pitchFamily="34" charset="0"/>
              <a:buNone/>
              <a:tabLst/>
              <a:defRPr/>
            </a:pPr>
            <a:r>
              <a:rPr kumimoji="0" lang="fr-FR" sz="2800" b="1" i="0" u="sng" strike="noStrike" kern="0" cap="none" spc="0" normalizeH="0" baseline="0" noProof="0" dirty="0">
                <a:ln>
                  <a:noFill/>
                </a:ln>
                <a:solidFill>
                  <a:srgbClr val="5B9BD5"/>
                </a:solidFill>
                <a:effectLst/>
                <a:highlight>
                  <a:srgbClr val="FFFFFF"/>
                </a:highlight>
                <a:uLnTx/>
                <a:uFillTx/>
                <a:latin typeface="Calibri" panose="020F0502020204030204" pitchFamily="34" charset="0"/>
                <a:ea typeface="+mn-ea"/>
                <a:cs typeface="Calibri" panose="020F0502020204030204" pitchFamily="34" charset="0"/>
              </a:rPr>
              <a:t>La technique d’échantillonnage stratifié </a:t>
            </a:r>
          </a:p>
        </p:txBody>
      </p:sp>
      <p:pic>
        <p:nvPicPr>
          <p:cNvPr id="7" name="Picture 6">
            <a:extLst>
              <a:ext uri="{FF2B5EF4-FFF2-40B4-BE49-F238E27FC236}">
                <a16:creationId xmlns:a16="http://schemas.microsoft.com/office/drawing/2014/main" id="{9CEC1FB3-A26A-6F5A-E2B6-01D7D156FB56}"/>
              </a:ext>
            </a:extLst>
          </p:cNvPr>
          <p:cNvPicPr>
            <a:picLocks noChangeAspect="1"/>
          </p:cNvPicPr>
          <p:nvPr/>
        </p:nvPicPr>
        <p:blipFill>
          <a:blip r:embed="rId2"/>
          <a:stretch>
            <a:fillRect/>
          </a:stretch>
        </p:blipFill>
        <p:spPr>
          <a:xfrm>
            <a:off x="3795318" y="3826947"/>
            <a:ext cx="3939881" cy="1752752"/>
          </a:xfrm>
          <a:prstGeom prst="rect">
            <a:avLst/>
          </a:prstGeom>
        </p:spPr>
      </p:pic>
    </p:spTree>
    <p:extLst>
      <p:ext uri="{BB962C8B-B14F-4D97-AF65-F5344CB8AC3E}">
        <p14:creationId xmlns:p14="http://schemas.microsoft.com/office/powerpoint/2010/main" val="3042336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73BEA-224F-9C2E-CAA0-238B99C924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D5865-FDB6-36E4-2751-4DAD0F75E617}"/>
              </a:ext>
            </a:extLst>
          </p:cNvPr>
          <p:cNvSpPr>
            <a:spLocks noGrp="1"/>
          </p:cNvSpPr>
          <p:nvPr>
            <p:ph type="title"/>
          </p:nvPr>
        </p:nvSpPr>
        <p:spPr>
          <a:xfrm>
            <a:off x="1024128" y="585216"/>
            <a:ext cx="10800726" cy="1499616"/>
          </a:xfrm>
        </p:spPr>
        <p:txBody>
          <a:bodyPr/>
          <a:lstStyle/>
          <a:p>
            <a:r>
              <a:rPr lang="en-US" dirty="0" err="1"/>
              <a:t>Récap</a:t>
            </a:r>
            <a:r>
              <a:rPr lang="en-US" dirty="0"/>
              <a:t> – ML </a:t>
            </a:r>
            <a:r>
              <a:rPr lang="en-US" dirty="0" err="1"/>
              <a:t>Supervisé</a:t>
            </a:r>
            <a:r>
              <a:rPr lang="en-US" dirty="0"/>
              <a:t> + Evaluation des </a:t>
            </a:r>
            <a:r>
              <a:rPr lang="en-US" dirty="0" err="1"/>
              <a:t>modèles</a:t>
            </a:r>
            <a:endParaRPr lang="en-US" dirty="0"/>
          </a:p>
        </p:txBody>
      </p:sp>
      <p:sp>
        <p:nvSpPr>
          <p:cNvPr id="3" name="Content Placeholder 2">
            <a:extLst>
              <a:ext uri="{FF2B5EF4-FFF2-40B4-BE49-F238E27FC236}">
                <a16:creationId xmlns:a16="http://schemas.microsoft.com/office/drawing/2014/main" id="{149086C6-9B6E-BF28-B1CE-2D1DA278DDE5}"/>
              </a:ext>
            </a:extLst>
          </p:cNvPr>
          <p:cNvSpPr>
            <a:spLocks noGrp="1"/>
          </p:cNvSpPr>
          <p:nvPr>
            <p:ph idx="1"/>
          </p:nvPr>
        </p:nvSpPr>
        <p:spPr>
          <a:xfrm>
            <a:off x="1024128" y="2286000"/>
            <a:ext cx="10800727" cy="4023360"/>
          </a:xfrm>
        </p:spPr>
        <p:txBody>
          <a:bodyPr/>
          <a:lstStyle/>
          <a:p>
            <a:r>
              <a:rPr lang="fr-FR" dirty="0"/>
              <a:t>Une matrice de confusion est un outil couramment utilisé pour évaluer les performances d'un modèle de classification en apprentissage automatique. Elle fournit un résumé des prédictions du modèle et de leur précision.</a:t>
            </a:r>
          </a:p>
          <a:p>
            <a:endParaRPr lang="fr-FR" dirty="0"/>
          </a:p>
          <a:p>
            <a:endParaRPr lang="fr-FR" dirty="0"/>
          </a:p>
          <a:p>
            <a:endParaRPr lang="en-US" dirty="0"/>
          </a:p>
        </p:txBody>
      </p:sp>
      <p:sp>
        <p:nvSpPr>
          <p:cNvPr id="6" name="Text Placeholder 3">
            <a:extLst>
              <a:ext uri="{FF2B5EF4-FFF2-40B4-BE49-F238E27FC236}">
                <a16:creationId xmlns:a16="http://schemas.microsoft.com/office/drawing/2014/main" id="{83BC68EC-8A8E-424B-D048-2163EB935107}"/>
              </a:ext>
            </a:extLst>
          </p:cNvPr>
          <p:cNvSpPr txBox="1">
            <a:spLocks/>
          </p:cNvSpPr>
          <p:nvPr/>
        </p:nvSpPr>
        <p:spPr>
          <a:xfrm>
            <a:off x="953763" y="1586647"/>
            <a:ext cx="8744713" cy="756364"/>
          </a:xfrm>
          <a:prstGeom prst="rect">
            <a:avLst/>
          </a:prstGeom>
        </p:spPr>
        <p:txBody>
          <a:bodyPr vert="horz" lIns="137160" tIns="45720" rIns="137160" bIns="45720" rtlCol="0" anchor="ctr">
            <a:normAutofit/>
          </a:bodyPr>
          <a:lstStyle>
            <a:lvl1pPr marL="0" indent="0" algn="l" defTabSz="914400" rtl="0" eaLnBrk="1" latinLnBrk="0" hangingPunct="1">
              <a:lnSpc>
                <a:spcPct val="90000"/>
              </a:lnSpc>
              <a:spcBef>
                <a:spcPts val="0"/>
              </a:spcBef>
              <a:spcAft>
                <a:spcPts val="0"/>
              </a:spcAft>
              <a:buClr>
                <a:schemeClr val="tx1"/>
              </a:buClr>
              <a:buSzPct val="100000"/>
              <a:buFont typeface="Arial" panose="020B0604020202020204" pitchFamily="34" charset="0"/>
              <a:buNone/>
              <a:defRPr kumimoji="0" lang="en-US" sz="2800" b="1" i="0" u="none" strike="noStrike" kern="0" cap="none" spc="0" normalizeH="0" baseline="0">
                <a:ln>
                  <a:noFill/>
                </a:ln>
                <a:solidFill>
                  <a:srgbClr val="5B9BD5"/>
                </a:solidFill>
                <a:effectLst/>
                <a:highlight>
                  <a:srgbClr val="FFFFFF"/>
                </a:highlight>
                <a:uLnTx/>
                <a:uFillTx/>
                <a:latin typeface="Calibri" panose="020F0502020204030204" pitchFamily="34" charset="0"/>
                <a:ea typeface="+mn-ea"/>
                <a:cs typeface="Calibri" panose="020F0502020204030204" pitchFamily="34" charset="0"/>
              </a:defRPr>
            </a:lvl1pPr>
            <a:lvl2pPr marL="457200" indent="0" algn="l" defTabSz="914400" rtl="0" eaLnBrk="1" latinLnBrk="0" hangingPunct="1">
              <a:lnSpc>
                <a:spcPct val="90000"/>
              </a:lnSpc>
              <a:spcBef>
                <a:spcPts val="200"/>
              </a:spcBef>
              <a:spcAft>
                <a:spcPts val="400"/>
              </a:spcAft>
              <a:buClr>
                <a:schemeClr val="tx1"/>
              </a:buClr>
              <a:buFont typeface="Wingdings 3" pitchFamily="18" charset="2"/>
              <a:buNone/>
              <a:defRPr sz="2000" b="1" kern="1200">
                <a:solidFill>
                  <a:schemeClr val="tx1"/>
                </a:solidFill>
                <a:latin typeface="Calibri" panose="020F0502020204030204" pitchFamily="34" charset="0"/>
                <a:ea typeface="+mn-ea"/>
                <a:cs typeface="Calibri" panose="020F0502020204030204" pitchFamily="34" charset="0"/>
              </a:defRPr>
            </a:lvl2pPr>
            <a:lvl3pPr marL="914400" indent="0" algn="l" defTabSz="914400" rtl="0" eaLnBrk="1" latinLnBrk="0" hangingPunct="1">
              <a:lnSpc>
                <a:spcPct val="90000"/>
              </a:lnSpc>
              <a:spcBef>
                <a:spcPts val="200"/>
              </a:spcBef>
              <a:spcAft>
                <a:spcPts val="400"/>
              </a:spcAft>
              <a:buClr>
                <a:schemeClr val="tx1"/>
              </a:buClr>
              <a:buFont typeface="Wingdings 3" pitchFamily="18" charset="2"/>
              <a:buNone/>
              <a:defRPr sz="1800" b="1" kern="1200">
                <a:solidFill>
                  <a:schemeClr val="tx1"/>
                </a:solidFill>
                <a:latin typeface="Calibri" panose="020F0502020204030204" pitchFamily="34" charset="0"/>
                <a:ea typeface="+mn-ea"/>
                <a:cs typeface="Calibri" panose="020F0502020204030204" pitchFamily="34" charset="0"/>
              </a:defRPr>
            </a:lvl3pPr>
            <a:lvl4pPr marL="13716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Calibri" panose="020F0502020204030204" pitchFamily="34" charset="0"/>
                <a:ea typeface="+mn-ea"/>
                <a:cs typeface="Calibri" panose="020F0502020204030204" pitchFamily="34" charset="0"/>
              </a:defRPr>
            </a:lvl4pPr>
            <a:lvl5pPr marL="18288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
                <a:srgbClr val="2E2B21"/>
              </a:buClr>
              <a:buSzPct val="100000"/>
              <a:buFont typeface="Arial" panose="020B0604020202020204" pitchFamily="34" charset="0"/>
              <a:buNone/>
              <a:tabLst/>
              <a:defRPr/>
            </a:pPr>
            <a:r>
              <a:rPr kumimoji="0" lang="fr-FR" sz="2800" b="1" i="0" u="sng" strike="noStrike" kern="0" cap="none" spc="0" normalizeH="0" baseline="0" noProof="0" dirty="0">
                <a:ln>
                  <a:noFill/>
                </a:ln>
                <a:solidFill>
                  <a:srgbClr val="5B9BD5"/>
                </a:solidFill>
                <a:effectLst/>
                <a:highlight>
                  <a:srgbClr val="FFFFFF"/>
                </a:highlight>
                <a:uLnTx/>
                <a:uFillTx/>
                <a:latin typeface="Calibri" panose="020F0502020204030204" pitchFamily="34" charset="0"/>
                <a:ea typeface="+mn-ea"/>
                <a:cs typeface="Calibri" panose="020F0502020204030204" pitchFamily="34" charset="0"/>
              </a:rPr>
              <a:t>Les métriques d'évaluation des modèles de classification</a:t>
            </a:r>
          </a:p>
        </p:txBody>
      </p:sp>
      <p:pic>
        <p:nvPicPr>
          <p:cNvPr id="4" name="Picture 4" descr="Évaluez un algorithme de classification qui retourne des valeurs binaires -  Evaluez les performances d'un modele de machine learning - OpenClassrooms">
            <a:extLst>
              <a:ext uri="{FF2B5EF4-FFF2-40B4-BE49-F238E27FC236}">
                <a16:creationId xmlns:a16="http://schemas.microsoft.com/office/drawing/2014/main" id="{9B8C0042-8A22-CA1E-8FB5-231DF679F9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0687" y="3429000"/>
            <a:ext cx="7498612" cy="2467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07061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DC4AB-69AE-758D-1BC5-1B24D33887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A185BA-4ECF-777C-7D60-1ED5A50E14C8}"/>
              </a:ext>
            </a:extLst>
          </p:cNvPr>
          <p:cNvSpPr>
            <a:spLocks noGrp="1"/>
          </p:cNvSpPr>
          <p:nvPr>
            <p:ph type="title"/>
          </p:nvPr>
        </p:nvSpPr>
        <p:spPr>
          <a:xfrm>
            <a:off x="1024128" y="585216"/>
            <a:ext cx="10800726" cy="1499616"/>
          </a:xfrm>
        </p:spPr>
        <p:txBody>
          <a:bodyPr/>
          <a:lstStyle/>
          <a:p>
            <a:r>
              <a:rPr lang="en-US" dirty="0" err="1"/>
              <a:t>Récap</a:t>
            </a:r>
            <a:r>
              <a:rPr lang="en-US" dirty="0"/>
              <a:t> – ML </a:t>
            </a:r>
            <a:r>
              <a:rPr lang="en-US" dirty="0" err="1"/>
              <a:t>Supervisé</a:t>
            </a:r>
            <a:r>
              <a:rPr lang="en-US" dirty="0"/>
              <a:t> + Evaluation des </a:t>
            </a:r>
            <a:r>
              <a:rPr lang="en-US" dirty="0" err="1"/>
              <a:t>modèles</a:t>
            </a:r>
            <a:endParaRPr lang="en-US" dirty="0"/>
          </a:p>
        </p:txBody>
      </p:sp>
      <p:sp>
        <p:nvSpPr>
          <p:cNvPr id="3" name="Content Placeholder 2">
            <a:extLst>
              <a:ext uri="{FF2B5EF4-FFF2-40B4-BE49-F238E27FC236}">
                <a16:creationId xmlns:a16="http://schemas.microsoft.com/office/drawing/2014/main" id="{966BA44B-509F-BC2E-14EC-5D1B7D6EC01E}"/>
              </a:ext>
            </a:extLst>
          </p:cNvPr>
          <p:cNvSpPr>
            <a:spLocks noGrp="1"/>
          </p:cNvSpPr>
          <p:nvPr>
            <p:ph idx="1"/>
          </p:nvPr>
        </p:nvSpPr>
        <p:spPr>
          <a:xfrm>
            <a:off x="1024129" y="2286000"/>
            <a:ext cx="8674348" cy="4023360"/>
          </a:xfrm>
        </p:spPr>
        <p:txBody>
          <a:bodyPr/>
          <a:lstStyle/>
          <a:p>
            <a:r>
              <a:rPr lang="fr-FR" b="1" dirty="0" err="1"/>
              <a:t>Accuracy</a:t>
            </a:r>
            <a:r>
              <a:rPr lang="fr-FR" b="1" dirty="0"/>
              <a:t> : </a:t>
            </a:r>
            <a:r>
              <a:rPr lang="fr-FR" dirty="0"/>
              <a:t>Le taux de précision est le pourcentage de prédictions correctes pour un ensemble de données donné.</a:t>
            </a:r>
          </a:p>
          <a:p>
            <a:endParaRPr lang="fr-FR" dirty="0"/>
          </a:p>
          <a:p>
            <a:endParaRPr lang="fr-FR" dirty="0"/>
          </a:p>
          <a:p>
            <a:endParaRPr lang="en-US" dirty="0"/>
          </a:p>
        </p:txBody>
      </p:sp>
      <p:sp>
        <p:nvSpPr>
          <p:cNvPr id="6" name="Text Placeholder 3">
            <a:extLst>
              <a:ext uri="{FF2B5EF4-FFF2-40B4-BE49-F238E27FC236}">
                <a16:creationId xmlns:a16="http://schemas.microsoft.com/office/drawing/2014/main" id="{8FC81344-FC65-C894-5876-4488C87C6E9E}"/>
              </a:ext>
            </a:extLst>
          </p:cNvPr>
          <p:cNvSpPr txBox="1">
            <a:spLocks/>
          </p:cNvSpPr>
          <p:nvPr/>
        </p:nvSpPr>
        <p:spPr>
          <a:xfrm>
            <a:off x="953763" y="1586647"/>
            <a:ext cx="8744713" cy="756364"/>
          </a:xfrm>
          <a:prstGeom prst="rect">
            <a:avLst/>
          </a:prstGeom>
        </p:spPr>
        <p:txBody>
          <a:bodyPr vert="horz" lIns="137160" tIns="45720" rIns="137160" bIns="45720" rtlCol="0" anchor="ctr">
            <a:normAutofit/>
          </a:bodyPr>
          <a:lstStyle>
            <a:lvl1pPr marL="0" indent="0" algn="l" defTabSz="914400" rtl="0" eaLnBrk="1" latinLnBrk="0" hangingPunct="1">
              <a:lnSpc>
                <a:spcPct val="90000"/>
              </a:lnSpc>
              <a:spcBef>
                <a:spcPts val="0"/>
              </a:spcBef>
              <a:spcAft>
                <a:spcPts val="0"/>
              </a:spcAft>
              <a:buClr>
                <a:schemeClr val="tx1"/>
              </a:buClr>
              <a:buSzPct val="100000"/>
              <a:buFont typeface="Arial" panose="020B0604020202020204" pitchFamily="34" charset="0"/>
              <a:buNone/>
              <a:defRPr kumimoji="0" lang="en-US" sz="2800" b="1" i="0" u="none" strike="noStrike" kern="0" cap="none" spc="0" normalizeH="0" baseline="0">
                <a:ln>
                  <a:noFill/>
                </a:ln>
                <a:solidFill>
                  <a:srgbClr val="5B9BD5"/>
                </a:solidFill>
                <a:effectLst/>
                <a:highlight>
                  <a:srgbClr val="FFFFFF"/>
                </a:highlight>
                <a:uLnTx/>
                <a:uFillTx/>
                <a:latin typeface="Calibri" panose="020F0502020204030204" pitchFamily="34" charset="0"/>
                <a:ea typeface="+mn-ea"/>
                <a:cs typeface="Calibri" panose="020F0502020204030204" pitchFamily="34" charset="0"/>
              </a:defRPr>
            </a:lvl1pPr>
            <a:lvl2pPr marL="457200" indent="0" algn="l" defTabSz="914400" rtl="0" eaLnBrk="1" latinLnBrk="0" hangingPunct="1">
              <a:lnSpc>
                <a:spcPct val="90000"/>
              </a:lnSpc>
              <a:spcBef>
                <a:spcPts val="200"/>
              </a:spcBef>
              <a:spcAft>
                <a:spcPts val="400"/>
              </a:spcAft>
              <a:buClr>
                <a:schemeClr val="tx1"/>
              </a:buClr>
              <a:buFont typeface="Wingdings 3" pitchFamily="18" charset="2"/>
              <a:buNone/>
              <a:defRPr sz="2000" b="1" kern="1200">
                <a:solidFill>
                  <a:schemeClr val="tx1"/>
                </a:solidFill>
                <a:latin typeface="Calibri" panose="020F0502020204030204" pitchFamily="34" charset="0"/>
                <a:ea typeface="+mn-ea"/>
                <a:cs typeface="Calibri" panose="020F0502020204030204" pitchFamily="34" charset="0"/>
              </a:defRPr>
            </a:lvl2pPr>
            <a:lvl3pPr marL="914400" indent="0" algn="l" defTabSz="914400" rtl="0" eaLnBrk="1" latinLnBrk="0" hangingPunct="1">
              <a:lnSpc>
                <a:spcPct val="90000"/>
              </a:lnSpc>
              <a:spcBef>
                <a:spcPts val="200"/>
              </a:spcBef>
              <a:spcAft>
                <a:spcPts val="400"/>
              </a:spcAft>
              <a:buClr>
                <a:schemeClr val="tx1"/>
              </a:buClr>
              <a:buFont typeface="Wingdings 3" pitchFamily="18" charset="2"/>
              <a:buNone/>
              <a:defRPr sz="1800" b="1" kern="1200">
                <a:solidFill>
                  <a:schemeClr val="tx1"/>
                </a:solidFill>
                <a:latin typeface="Calibri" panose="020F0502020204030204" pitchFamily="34" charset="0"/>
                <a:ea typeface="+mn-ea"/>
                <a:cs typeface="Calibri" panose="020F0502020204030204" pitchFamily="34" charset="0"/>
              </a:defRPr>
            </a:lvl3pPr>
            <a:lvl4pPr marL="13716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Calibri" panose="020F0502020204030204" pitchFamily="34" charset="0"/>
                <a:ea typeface="+mn-ea"/>
                <a:cs typeface="Calibri" panose="020F0502020204030204" pitchFamily="34" charset="0"/>
              </a:defRPr>
            </a:lvl4pPr>
            <a:lvl5pPr marL="18288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
                <a:srgbClr val="2E2B21"/>
              </a:buClr>
              <a:buSzPct val="100000"/>
              <a:buFont typeface="Arial" panose="020B0604020202020204" pitchFamily="34" charset="0"/>
              <a:buNone/>
              <a:tabLst/>
              <a:defRPr/>
            </a:pPr>
            <a:r>
              <a:rPr kumimoji="0" lang="fr-FR" sz="2800" b="1" i="0" u="sng" strike="noStrike" kern="0" cap="none" spc="0" normalizeH="0" baseline="0" noProof="0" dirty="0">
                <a:ln>
                  <a:noFill/>
                </a:ln>
                <a:solidFill>
                  <a:srgbClr val="5B9BD5"/>
                </a:solidFill>
                <a:effectLst/>
                <a:highlight>
                  <a:srgbClr val="FFFFFF"/>
                </a:highlight>
                <a:uLnTx/>
                <a:uFillTx/>
                <a:latin typeface="Calibri" panose="020F0502020204030204" pitchFamily="34" charset="0"/>
                <a:ea typeface="+mn-ea"/>
                <a:cs typeface="Calibri" panose="020F0502020204030204" pitchFamily="34" charset="0"/>
              </a:rPr>
              <a:t>Les métriques d'évaluation des modèles de classification</a:t>
            </a:r>
          </a:p>
        </p:txBody>
      </p:sp>
      <p:pic>
        <p:nvPicPr>
          <p:cNvPr id="5" name="Picture 2" descr="Matrice de confusion : qu'est-ce que c'est et comment l'utiliser ?">
            <a:extLst>
              <a:ext uri="{FF2B5EF4-FFF2-40B4-BE49-F238E27FC236}">
                <a16:creationId xmlns:a16="http://schemas.microsoft.com/office/drawing/2014/main" id="{A2CC11CB-D0F1-5D2C-D006-0C852662E50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321" t="18412" r="9702" b="14012"/>
          <a:stretch/>
        </p:blipFill>
        <p:spPr bwMode="auto">
          <a:xfrm>
            <a:off x="2416154" y="2587098"/>
            <a:ext cx="8204974" cy="392343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2E2FC302-0F69-FEC4-7B5C-18695FD479E8}"/>
              </a:ext>
            </a:extLst>
          </p:cNvPr>
          <p:cNvPicPr>
            <a:picLocks noChangeAspect="1"/>
          </p:cNvPicPr>
          <p:nvPr/>
        </p:nvPicPr>
        <p:blipFill>
          <a:blip r:embed="rId3"/>
          <a:stretch>
            <a:fillRect/>
          </a:stretch>
        </p:blipFill>
        <p:spPr>
          <a:xfrm>
            <a:off x="9825884" y="1455779"/>
            <a:ext cx="1960678" cy="1189263"/>
          </a:xfrm>
          <a:prstGeom prst="rect">
            <a:avLst/>
          </a:prstGeom>
        </p:spPr>
      </p:pic>
    </p:spTree>
    <p:extLst>
      <p:ext uri="{BB962C8B-B14F-4D97-AF65-F5344CB8AC3E}">
        <p14:creationId xmlns:p14="http://schemas.microsoft.com/office/powerpoint/2010/main" val="23279145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AC255-F560-B3BA-26BE-7A33D45124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B7BE26-98AA-1EE1-C2A0-F54DE1624AB6}"/>
              </a:ext>
            </a:extLst>
          </p:cNvPr>
          <p:cNvSpPr>
            <a:spLocks noGrp="1"/>
          </p:cNvSpPr>
          <p:nvPr>
            <p:ph type="title"/>
          </p:nvPr>
        </p:nvSpPr>
        <p:spPr>
          <a:xfrm>
            <a:off x="1024128" y="585216"/>
            <a:ext cx="10800726" cy="1499616"/>
          </a:xfrm>
        </p:spPr>
        <p:txBody>
          <a:bodyPr/>
          <a:lstStyle/>
          <a:p>
            <a:r>
              <a:rPr lang="en-US" dirty="0" err="1"/>
              <a:t>Récap</a:t>
            </a:r>
            <a:r>
              <a:rPr lang="en-US" dirty="0"/>
              <a:t> – ML </a:t>
            </a:r>
            <a:r>
              <a:rPr lang="en-US" dirty="0" err="1"/>
              <a:t>Supervisé</a:t>
            </a:r>
            <a:r>
              <a:rPr lang="en-US" dirty="0"/>
              <a:t> + Evaluation des </a:t>
            </a:r>
            <a:r>
              <a:rPr lang="en-US" dirty="0" err="1"/>
              <a:t>modèles</a:t>
            </a:r>
            <a:endParaRPr lang="en-US" dirty="0"/>
          </a:p>
        </p:txBody>
      </p:sp>
      <p:sp>
        <p:nvSpPr>
          <p:cNvPr id="3" name="Content Placeholder 2">
            <a:extLst>
              <a:ext uri="{FF2B5EF4-FFF2-40B4-BE49-F238E27FC236}">
                <a16:creationId xmlns:a16="http://schemas.microsoft.com/office/drawing/2014/main" id="{4A169E9C-81FC-812F-CBA1-1AA2C384921A}"/>
              </a:ext>
            </a:extLst>
          </p:cNvPr>
          <p:cNvSpPr>
            <a:spLocks noGrp="1"/>
          </p:cNvSpPr>
          <p:nvPr>
            <p:ph idx="1"/>
          </p:nvPr>
        </p:nvSpPr>
        <p:spPr>
          <a:xfrm>
            <a:off x="1024128" y="2286000"/>
            <a:ext cx="8003139" cy="4023360"/>
          </a:xfrm>
        </p:spPr>
        <p:txBody>
          <a:bodyPr>
            <a:normAutofit lnSpcReduction="10000"/>
          </a:bodyPr>
          <a:lstStyle/>
          <a:p>
            <a:r>
              <a:rPr lang="fr-FR" b="1" dirty="0" err="1"/>
              <a:t>Recall</a:t>
            </a:r>
            <a:r>
              <a:rPr lang="fr-FR" dirty="0"/>
              <a:t> (or </a:t>
            </a:r>
            <a:r>
              <a:rPr lang="fr-FR" b="1" dirty="0" err="1"/>
              <a:t>Sensitivity</a:t>
            </a:r>
            <a:r>
              <a:rPr lang="fr-FR" dirty="0"/>
              <a:t>) : Le rappel ou TPR (Taux de Vrais Positifs) est le taux de vrais positifs correctement détectés par le classifieur : les prédictions correctes parmi tous les positifs réels.</a:t>
            </a:r>
          </a:p>
          <a:p>
            <a:endParaRPr lang="fr-FR" dirty="0"/>
          </a:p>
          <a:p>
            <a:r>
              <a:rPr lang="fr-FR" b="1" dirty="0" err="1"/>
              <a:t>Precision</a:t>
            </a:r>
            <a:r>
              <a:rPr lang="fr-FR" b="1" dirty="0"/>
              <a:t> </a:t>
            </a:r>
            <a:r>
              <a:rPr lang="fr-FR" dirty="0"/>
              <a:t>:La précision est la proportion de prédictions correctes parmi les prédictions positives : les prédictions correctes parmi toutes les prédictions positives.</a:t>
            </a:r>
          </a:p>
          <a:p>
            <a:endParaRPr lang="fr-FR" dirty="0"/>
          </a:p>
          <a:p>
            <a:r>
              <a:rPr lang="fr-FR" b="1" dirty="0"/>
              <a:t>Score F1 </a:t>
            </a:r>
            <a:r>
              <a:rPr lang="fr-FR" dirty="0"/>
              <a:t>: Le score F1 est la moyenne harmonique de la précision et du rappel. Un classifieur obtiendra un bon score F1 uniquement si son rappel et sa précision sont élevés.</a:t>
            </a:r>
          </a:p>
          <a:p>
            <a:endParaRPr lang="fr-FR" dirty="0"/>
          </a:p>
          <a:p>
            <a:endParaRPr lang="fr-FR" dirty="0"/>
          </a:p>
          <a:p>
            <a:endParaRPr lang="en-US" dirty="0"/>
          </a:p>
        </p:txBody>
      </p:sp>
      <p:sp>
        <p:nvSpPr>
          <p:cNvPr id="6" name="Text Placeholder 3">
            <a:extLst>
              <a:ext uri="{FF2B5EF4-FFF2-40B4-BE49-F238E27FC236}">
                <a16:creationId xmlns:a16="http://schemas.microsoft.com/office/drawing/2014/main" id="{9CA89FB5-62D7-4F37-2256-30053B8BF28A}"/>
              </a:ext>
            </a:extLst>
          </p:cNvPr>
          <p:cNvSpPr txBox="1">
            <a:spLocks/>
          </p:cNvSpPr>
          <p:nvPr/>
        </p:nvSpPr>
        <p:spPr>
          <a:xfrm>
            <a:off x="953763" y="1586647"/>
            <a:ext cx="8744713" cy="756364"/>
          </a:xfrm>
          <a:prstGeom prst="rect">
            <a:avLst/>
          </a:prstGeom>
        </p:spPr>
        <p:txBody>
          <a:bodyPr vert="horz" lIns="137160" tIns="45720" rIns="137160" bIns="45720" rtlCol="0" anchor="ctr">
            <a:normAutofit/>
          </a:bodyPr>
          <a:lstStyle>
            <a:lvl1pPr marL="0" indent="0" algn="l" defTabSz="914400" rtl="0" eaLnBrk="1" latinLnBrk="0" hangingPunct="1">
              <a:lnSpc>
                <a:spcPct val="90000"/>
              </a:lnSpc>
              <a:spcBef>
                <a:spcPts val="0"/>
              </a:spcBef>
              <a:spcAft>
                <a:spcPts val="0"/>
              </a:spcAft>
              <a:buClr>
                <a:schemeClr val="tx1"/>
              </a:buClr>
              <a:buSzPct val="100000"/>
              <a:buFont typeface="Arial" panose="020B0604020202020204" pitchFamily="34" charset="0"/>
              <a:buNone/>
              <a:defRPr kumimoji="0" lang="en-US" sz="2800" b="1" i="0" u="none" strike="noStrike" kern="0" cap="none" spc="0" normalizeH="0" baseline="0">
                <a:ln>
                  <a:noFill/>
                </a:ln>
                <a:solidFill>
                  <a:srgbClr val="5B9BD5"/>
                </a:solidFill>
                <a:effectLst/>
                <a:highlight>
                  <a:srgbClr val="FFFFFF"/>
                </a:highlight>
                <a:uLnTx/>
                <a:uFillTx/>
                <a:latin typeface="Calibri" panose="020F0502020204030204" pitchFamily="34" charset="0"/>
                <a:ea typeface="+mn-ea"/>
                <a:cs typeface="Calibri" panose="020F0502020204030204" pitchFamily="34" charset="0"/>
              </a:defRPr>
            </a:lvl1pPr>
            <a:lvl2pPr marL="457200" indent="0" algn="l" defTabSz="914400" rtl="0" eaLnBrk="1" latinLnBrk="0" hangingPunct="1">
              <a:lnSpc>
                <a:spcPct val="90000"/>
              </a:lnSpc>
              <a:spcBef>
                <a:spcPts val="200"/>
              </a:spcBef>
              <a:spcAft>
                <a:spcPts val="400"/>
              </a:spcAft>
              <a:buClr>
                <a:schemeClr val="tx1"/>
              </a:buClr>
              <a:buFont typeface="Wingdings 3" pitchFamily="18" charset="2"/>
              <a:buNone/>
              <a:defRPr sz="2000" b="1" kern="1200">
                <a:solidFill>
                  <a:schemeClr val="tx1"/>
                </a:solidFill>
                <a:latin typeface="Calibri" panose="020F0502020204030204" pitchFamily="34" charset="0"/>
                <a:ea typeface="+mn-ea"/>
                <a:cs typeface="Calibri" panose="020F0502020204030204" pitchFamily="34" charset="0"/>
              </a:defRPr>
            </a:lvl2pPr>
            <a:lvl3pPr marL="914400" indent="0" algn="l" defTabSz="914400" rtl="0" eaLnBrk="1" latinLnBrk="0" hangingPunct="1">
              <a:lnSpc>
                <a:spcPct val="90000"/>
              </a:lnSpc>
              <a:spcBef>
                <a:spcPts val="200"/>
              </a:spcBef>
              <a:spcAft>
                <a:spcPts val="400"/>
              </a:spcAft>
              <a:buClr>
                <a:schemeClr val="tx1"/>
              </a:buClr>
              <a:buFont typeface="Wingdings 3" pitchFamily="18" charset="2"/>
              <a:buNone/>
              <a:defRPr sz="1800" b="1" kern="1200">
                <a:solidFill>
                  <a:schemeClr val="tx1"/>
                </a:solidFill>
                <a:latin typeface="Calibri" panose="020F0502020204030204" pitchFamily="34" charset="0"/>
                <a:ea typeface="+mn-ea"/>
                <a:cs typeface="Calibri" panose="020F0502020204030204" pitchFamily="34" charset="0"/>
              </a:defRPr>
            </a:lvl3pPr>
            <a:lvl4pPr marL="13716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Calibri" panose="020F0502020204030204" pitchFamily="34" charset="0"/>
                <a:ea typeface="+mn-ea"/>
                <a:cs typeface="Calibri" panose="020F0502020204030204" pitchFamily="34" charset="0"/>
              </a:defRPr>
            </a:lvl4pPr>
            <a:lvl5pPr marL="18288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
                <a:srgbClr val="2E2B21"/>
              </a:buClr>
              <a:buSzPct val="100000"/>
              <a:buFont typeface="Arial" panose="020B0604020202020204" pitchFamily="34" charset="0"/>
              <a:buNone/>
              <a:tabLst/>
              <a:defRPr/>
            </a:pPr>
            <a:r>
              <a:rPr kumimoji="0" lang="fr-FR" sz="2800" b="1" i="0" u="sng" strike="noStrike" kern="0" cap="none" spc="0" normalizeH="0" baseline="0" noProof="0" dirty="0">
                <a:ln>
                  <a:noFill/>
                </a:ln>
                <a:solidFill>
                  <a:srgbClr val="5B9BD5"/>
                </a:solidFill>
                <a:effectLst/>
                <a:highlight>
                  <a:srgbClr val="FFFFFF"/>
                </a:highlight>
                <a:uLnTx/>
                <a:uFillTx/>
                <a:latin typeface="Calibri" panose="020F0502020204030204" pitchFamily="34" charset="0"/>
                <a:ea typeface="+mn-ea"/>
                <a:cs typeface="Calibri" panose="020F0502020204030204" pitchFamily="34" charset="0"/>
              </a:rPr>
              <a:t>Les métriques d'évaluation des modèles de classification</a:t>
            </a:r>
          </a:p>
        </p:txBody>
      </p:sp>
      <p:pic>
        <p:nvPicPr>
          <p:cNvPr id="5" name="Picture 4">
            <a:extLst>
              <a:ext uri="{FF2B5EF4-FFF2-40B4-BE49-F238E27FC236}">
                <a16:creationId xmlns:a16="http://schemas.microsoft.com/office/drawing/2014/main" id="{F86B5603-0847-10C3-B96F-59CB69C0775D}"/>
              </a:ext>
            </a:extLst>
          </p:cNvPr>
          <p:cNvPicPr>
            <a:picLocks noChangeAspect="1"/>
          </p:cNvPicPr>
          <p:nvPr/>
        </p:nvPicPr>
        <p:blipFill>
          <a:blip r:embed="rId2"/>
          <a:stretch>
            <a:fillRect/>
          </a:stretch>
        </p:blipFill>
        <p:spPr>
          <a:xfrm>
            <a:off x="9435831" y="2165338"/>
            <a:ext cx="2039193" cy="920925"/>
          </a:xfrm>
          <a:prstGeom prst="rect">
            <a:avLst/>
          </a:prstGeom>
        </p:spPr>
      </p:pic>
      <p:pic>
        <p:nvPicPr>
          <p:cNvPr id="7" name="Picture 6">
            <a:extLst>
              <a:ext uri="{FF2B5EF4-FFF2-40B4-BE49-F238E27FC236}">
                <a16:creationId xmlns:a16="http://schemas.microsoft.com/office/drawing/2014/main" id="{97A81749-213B-3133-6CB1-78EEF2F7B235}"/>
              </a:ext>
            </a:extLst>
          </p:cNvPr>
          <p:cNvPicPr>
            <a:picLocks noChangeAspect="1"/>
          </p:cNvPicPr>
          <p:nvPr/>
        </p:nvPicPr>
        <p:blipFill>
          <a:blip r:embed="rId3"/>
          <a:stretch>
            <a:fillRect/>
          </a:stretch>
        </p:blipFill>
        <p:spPr>
          <a:xfrm>
            <a:off x="9435831" y="3528056"/>
            <a:ext cx="2030187" cy="1152268"/>
          </a:xfrm>
          <a:prstGeom prst="rect">
            <a:avLst/>
          </a:prstGeom>
        </p:spPr>
      </p:pic>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423BDF43-1FFA-731F-51E9-07F03FE1345F}"/>
                  </a:ext>
                </a:extLst>
              </p:cNvPr>
              <p:cNvSpPr txBox="1"/>
              <p:nvPr/>
            </p:nvSpPr>
            <p:spPr>
              <a:xfrm>
                <a:off x="9097632" y="5122117"/>
                <a:ext cx="3745790" cy="538737"/>
              </a:xfrm>
              <a:prstGeom prst="rect">
                <a:avLst/>
              </a:prstGeom>
              <a:noFill/>
            </p:spPr>
            <p:txBody>
              <a:bodyPr wrap="square">
                <a:spAutoFit/>
              </a:bodyPr>
              <a:lstStyle/>
              <a:p>
                <a:r>
                  <a:rPr lang="en-US" b="1" i="0" dirty="0">
                    <a:solidFill>
                      <a:srgbClr val="0070C0"/>
                    </a:solidFill>
                    <a:effectLst/>
                    <a:latin typeface="source-serif-pro"/>
                  </a:rPr>
                  <a:t>F1 Score = 2* </a:t>
                </a:r>
                <a14:m>
                  <m:oMath xmlns:m="http://schemas.openxmlformats.org/officeDocument/2006/math">
                    <m:f>
                      <m:fPr>
                        <m:ctrlPr>
                          <a:rPr lang="en-US" b="1" i="1" smtClean="0">
                            <a:solidFill>
                              <a:srgbClr val="0070C0"/>
                            </a:solidFill>
                            <a:effectLst/>
                            <a:latin typeface="Cambria Math" panose="02040503050406030204" pitchFamily="18" charset="0"/>
                          </a:rPr>
                        </m:ctrlPr>
                      </m:fPr>
                      <m:num>
                        <m:r>
                          <m:rPr>
                            <m:nor/>
                          </m:rPr>
                          <a:rPr lang="fr-FR" b="1" i="0" dirty="0" smtClean="0">
                            <a:solidFill>
                              <a:srgbClr val="0070C0"/>
                            </a:solidFill>
                            <a:latin typeface="source-serif-pro"/>
                          </a:rPr>
                          <m:t>Precision</m:t>
                        </m:r>
                        <m:r>
                          <m:rPr>
                            <m:nor/>
                          </m:rPr>
                          <a:rPr lang="fr-FR" b="1" i="0" dirty="0" smtClean="0">
                            <a:solidFill>
                              <a:srgbClr val="0070C0"/>
                            </a:solidFill>
                            <a:latin typeface="source-serif-pro"/>
                          </a:rPr>
                          <m:t>∗</m:t>
                        </m:r>
                        <m:r>
                          <m:rPr>
                            <m:nor/>
                          </m:rPr>
                          <a:rPr lang="fr-FR" b="1" i="0" smtClean="0">
                            <a:solidFill>
                              <a:srgbClr val="0070C0"/>
                            </a:solidFill>
                            <a:latin typeface="source-serif-pro"/>
                          </a:rPr>
                          <m:t>Recall</m:t>
                        </m:r>
                      </m:num>
                      <m:den>
                        <m:r>
                          <m:rPr>
                            <m:nor/>
                          </m:rPr>
                          <a:rPr lang="fr-FR" b="1" dirty="0">
                            <a:solidFill>
                              <a:srgbClr val="0070C0"/>
                            </a:solidFill>
                            <a:latin typeface="source-serif-pro"/>
                          </a:rPr>
                          <m:t>Precision</m:t>
                        </m:r>
                        <m:r>
                          <m:rPr>
                            <m:nor/>
                          </m:rPr>
                          <a:rPr lang="fr-FR" b="1" i="0" dirty="0" smtClean="0">
                            <a:solidFill>
                              <a:srgbClr val="0070C0"/>
                            </a:solidFill>
                            <a:latin typeface="source-serif-pro"/>
                          </a:rPr>
                          <m:t>+</m:t>
                        </m:r>
                        <m:r>
                          <m:rPr>
                            <m:nor/>
                          </m:rPr>
                          <a:rPr lang="fr-FR" b="1">
                            <a:solidFill>
                              <a:srgbClr val="0070C0"/>
                            </a:solidFill>
                            <a:latin typeface="source-serif-pro"/>
                          </a:rPr>
                          <m:t>Recall</m:t>
                        </m:r>
                      </m:den>
                    </m:f>
                  </m:oMath>
                </a14:m>
                <a:endParaRPr lang="en-US" dirty="0">
                  <a:solidFill>
                    <a:srgbClr val="0070C0"/>
                  </a:solidFill>
                </a:endParaRPr>
              </a:p>
            </p:txBody>
          </p:sp>
        </mc:Choice>
        <mc:Fallback>
          <p:sp>
            <p:nvSpPr>
              <p:cNvPr id="8" name="TextBox 7">
                <a:extLst>
                  <a:ext uri="{FF2B5EF4-FFF2-40B4-BE49-F238E27FC236}">
                    <a16:creationId xmlns:a16="http://schemas.microsoft.com/office/drawing/2014/main" id="{423BDF43-1FFA-731F-51E9-07F03FE1345F}"/>
                  </a:ext>
                </a:extLst>
              </p:cNvPr>
              <p:cNvSpPr txBox="1">
                <a:spLocks noRot="1" noChangeAspect="1" noMove="1" noResize="1" noEditPoints="1" noAdjustHandles="1" noChangeArrowheads="1" noChangeShapeType="1" noTextEdit="1"/>
              </p:cNvSpPr>
              <p:nvPr/>
            </p:nvSpPr>
            <p:spPr>
              <a:xfrm>
                <a:off x="9097632" y="5122117"/>
                <a:ext cx="3745790" cy="538737"/>
              </a:xfrm>
              <a:prstGeom prst="rect">
                <a:avLst/>
              </a:prstGeom>
              <a:blipFill>
                <a:blip r:embed="rId4"/>
                <a:stretch>
                  <a:fillRect l="-1301" b="-5618"/>
                </a:stretch>
              </a:blipFill>
            </p:spPr>
            <p:txBody>
              <a:bodyPr/>
              <a:lstStyle/>
              <a:p>
                <a:r>
                  <a:rPr lang="en-US">
                    <a:noFill/>
                  </a:rPr>
                  <a:t> </a:t>
                </a:r>
              </a:p>
            </p:txBody>
          </p:sp>
        </mc:Fallback>
      </mc:AlternateContent>
    </p:spTree>
    <p:extLst>
      <p:ext uri="{BB962C8B-B14F-4D97-AF65-F5344CB8AC3E}">
        <p14:creationId xmlns:p14="http://schemas.microsoft.com/office/powerpoint/2010/main" val="2033969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F95CD-DB5F-6CE5-8768-AA814F4261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7BE344-DB15-9432-A514-EC760F6A8AE2}"/>
              </a:ext>
            </a:extLst>
          </p:cNvPr>
          <p:cNvSpPr>
            <a:spLocks noGrp="1"/>
          </p:cNvSpPr>
          <p:nvPr>
            <p:ph type="title"/>
          </p:nvPr>
        </p:nvSpPr>
        <p:spPr>
          <a:xfrm>
            <a:off x="1024128" y="585216"/>
            <a:ext cx="10800726" cy="1499616"/>
          </a:xfrm>
        </p:spPr>
        <p:txBody>
          <a:bodyPr/>
          <a:lstStyle/>
          <a:p>
            <a:r>
              <a:rPr lang="en-US" dirty="0" err="1"/>
              <a:t>Récap</a:t>
            </a:r>
            <a:r>
              <a:rPr lang="en-US" dirty="0"/>
              <a:t> – ML </a:t>
            </a:r>
            <a:r>
              <a:rPr lang="en-US" dirty="0" err="1"/>
              <a:t>Supervisé</a:t>
            </a:r>
            <a:r>
              <a:rPr lang="en-US" dirty="0"/>
              <a:t> + Evaluation des </a:t>
            </a:r>
            <a:r>
              <a:rPr lang="en-US" dirty="0" err="1"/>
              <a:t>modèles</a:t>
            </a:r>
            <a:endParaRPr lang="en-US" dirty="0"/>
          </a:p>
        </p:txBody>
      </p:sp>
      <p:sp>
        <p:nvSpPr>
          <p:cNvPr id="3" name="Content Placeholder 2">
            <a:extLst>
              <a:ext uri="{FF2B5EF4-FFF2-40B4-BE49-F238E27FC236}">
                <a16:creationId xmlns:a16="http://schemas.microsoft.com/office/drawing/2014/main" id="{E59E0C1E-B7A8-DCD7-AD9A-CC3E4307AD2F}"/>
              </a:ext>
            </a:extLst>
          </p:cNvPr>
          <p:cNvSpPr>
            <a:spLocks noGrp="1"/>
          </p:cNvSpPr>
          <p:nvPr>
            <p:ph idx="1"/>
          </p:nvPr>
        </p:nvSpPr>
        <p:spPr>
          <a:xfrm>
            <a:off x="1024128" y="2286000"/>
            <a:ext cx="10800727" cy="4023360"/>
          </a:xfrm>
        </p:spPr>
        <p:txBody>
          <a:bodyPr/>
          <a:lstStyle/>
          <a:p>
            <a:r>
              <a:rPr lang="fr-FR" dirty="0"/>
              <a:t>Courbe ROC : taux de vrais positifs en fonction du taux de faux positifs, la variable étant le seuil.</a:t>
            </a:r>
          </a:p>
          <a:p>
            <a:endParaRPr lang="fr-FR" dirty="0"/>
          </a:p>
          <a:p>
            <a:endParaRPr lang="en-US" dirty="0"/>
          </a:p>
        </p:txBody>
      </p:sp>
      <p:sp>
        <p:nvSpPr>
          <p:cNvPr id="6" name="Text Placeholder 3">
            <a:extLst>
              <a:ext uri="{FF2B5EF4-FFF2-40B4-BE49-F238E27FC236}">
                <a16:creationId xmlns:a16="http://schemas.microsoft.com/office/drawing/2014/main" id="{C6F3CB53-0D0B-8259-DF8C-162D8A14BC58}"/>
              </a:ext>
            </a:extLst>
          </p:cNvPr>
          <p:cNvSpPr txBox="1">
            <a:spLocks/>
          </p:cNvSpPr>
          <p:nvPr/>
        </p:nvSpPr>
        <p:spPr>
          <a:xfrm>
            <a:off x="953763" y="1586647"/>
            <a:ext cx="8744713" cy="756364"/>
          </a:xfrm>
          <a:prstGeom prst="rect">
            <a:avLst/>
          </a:prstGeom>
        </p:spPr>
        <p:txBody>
          <a:bodyPr vert="horz" lIns="137160" tIns="45720" rIns="137160" bIns="45720" rtlCol="0" anchor="ctr">
            <a:normAutofit/>
          </a:bodyPr>
          <a:lstStyle>
            <a:lvl1pPr marL="0" indent="0" algn="l" defTabSz="914400" rtl="0" eaLnBrk="1" latinLnBrk="0" hangingPunct="1">
              <a:lnSpc>
                <a:spcPct val="90000"/>
              </a:lnSpc>
              <a:spcBef>
                <a:spcPts val="0"/>
              </a:spcBef>
              <a:spcAft>
                <a:spcPts val="0"/>
              </a:spcAft>
              <a:buClr>
                <a:schemeClr val="tx1"/>
              </a:buClr>
              <a:buSzPct val="100000"/>
              <a:buFont typeface="Arial" panose="020B0604020202020204" pitchFamily="34" charset="0"/>
              <a:buNone/>
              <a:defRPr kumimoji="0" lang="en-US" sz="2800" b="1" i="0" u="none" strike="noStrike" kern="0" cap="none" spc="0" normalizeH="0" baseline="0">
                <a:ln>
                  <a:noFill/>
                </a:ln>
                <a:solidFill>
                  <a:srgbClr val="5B9BD5"/>
                </a:solidFill>
                <a:effectLst/>
                <a:highlight>
                  <a:srgbClr val="FFFFFF"/>
                </a:highlight>
                <a:uLnTx/>
                <a:uFillTx/>
                <a:latin typeface="Calibri" panose="020F0502020204030204" pitchFamily="34" charset="0"/>
                <a:ea typeface="+mn-ea"/>
                <a:cs typeface="Calibri" panose="020F0502020204030204" pitchFamily="34" charset="0"/>
              </a:defRPr>
            </a:lvl1pPr>
            <a:lvl2pPr marL="457200" indent="0" algn="l" defTabSz="914400" rtl="0" eaLnBrk="1" latinLnBrk="0" hangingPunct="1">
              <a:lnSpc>
                <a:spcPct val="90000"/>
              </a:lnSpc>
              <a:spcBef>
                <a:spcPts val="200"/>
              </a:spcBef>
              <a:spcAft>
                <a:spcPts val="400"/>
              </a:spcAft>
              <a:buClr>
                <a:schemeClr val="tx1"/>
              </a:buClr>
              <a:buFont typeface="Wingdings 3" pitchFamily="18" charset="2"/>
              <a:buNone/>
              <a:defRPr sz="2000" b="1" kern="1200">
                <a:solidFill>
                  <a:schemeClr val="tx1"/>
                </a:solidFill>
                <a:latin typeface="Calibri" panose="020F0502020204030204" pitchFamily="34" charset="0"/>
                <a:ea typeface="+mn-ea"/>
                <a:cs typeface="Calibri" panose="020F0502020204030204" pitchFamily="34" charset="0"/>
              </a:defRPr>
            </a:lvl2pPr>
            <a:lvl3pPr marL="914400" indent="0" algn="l" defTabSz="914400" rtl="0" eaLnBrk="1" latinLnBrk="0" hangingPunct="1">
              <a:lnSpc>
                <a:spcPct val="90000"/>
              </a:lnSpc>
              <a:spcBef>
                <a:spcPts val="200"/>
              </a:spcBef>
              <a:spcAft>
                <a:spcPts val="400"/>
              </a:spcAft>
              <a:buClr>
                <a:schemeClr val="tx1"/>
              </a:buClr>
              <a:buFont typeface="Wingdings 3" pitchFamily="18" charset="2"/>
              <a:buNone/>
              <a:defRPr sz="1800" b="1" kern="1200">
                <a:solidFill>
                  <a:schemeClr val="tx1"/>
                </a:solidFill>
                <a:latin typeface="Calibri" panose="020F0502020204030204" pitchFamily="34" charset="0"/>
                <a:ea typeface="+mn-ea"/>
                <a:cs typeface="Calibri" panose="020F0502020204030204" pitchFamily="34" charset="0"/>
              </a:defRPr>
            </a:lvl3pPr>
            <a:lvl4pPr marL="13716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Calibri" panose="020F0502020204030204" pitchFamily="34" charset="0"/>
                <a:ea typeface="+mn-ea"/>
                <a:cs typeface="Calibri" panose="020F0502020204030204" pitchFamily="34" charset="0"/>
              </a:defRPr>
            </a:lvl4pPr>
            <a:lvl5pPr marL="18288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
                <a:srgbClr val="2E2B21"/>
              </a:buClr>
              <a:buSzPct val="100000"/>
              <a:buFont typeface="Arial" panose="020B0604020202020204" pitchFamily="34" charset="0"/>
              <a:buNone/>
              <a:tabLst/>
              <a:defRPr/>
            </a:pPr>
            <a:r>
              <a:rPr kumimoji="0" lang="fr-FR" sz="2800" b="1" i="0" u="sng" strike="noStrike" kern="0" cap="none" spc="0" normalizeH="0" baseline="0" noProof="0" dirty="0">
                <a:ln>
                  <a:noFill/>
                </a:ln>
                <a:solidFill>
                  <a:srgbClr val="5B9BD5"/>
                </a:solidFill>
                <a:effectLst/>
                <a:highlight>
                  <a:srgbClr val="FFFFFF"/>
                </a:highlight>
                <a:uLnTx/>
                <a:uFillTx/>
                <a:latin typeface="Calibri" panose="020F0502020204030204" pitchFamily="34" charset="0"/>
                <a:ea typeface="+mn-ea"/>
                <a:cs typeface="Calibri" panose="020F0502020204030204" pitchFamily="34" charset="0"/>
              </a:rPr>
              <a:t>Les métriques d'évaluation des modèles de classification</a:t>
            </a:r>
          </a:p>
        </p:txBody>
      </p:sp>
      <p:pic>
        <p:nvPicPr>
          <p:cNvPr id="5" name="Image 8">
            <a:extLst>
              <a:ext uri="{FF2B5EF4-FFF2-40B4-BE49-F238E27FC236}">
                <a16:creationId xmlns:a16="http://schemas.microsoft.com/office/drawing/2014/main" id="{FCCB6C10-D31D-9C9A-E2A9-60FFCAFE50F1}"/>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Effect>
                      <a14:saturation sat="300000"/>
                    </a14:imgEffect>
                  </a14:imgLayer>
                </a14:imgProps>
              </a:ext>
            </a:extLst>
          </a:blip>
          <a:srcRect l="7654" t="4572" r="6805" b="3047"/>
          <a:stretch/>
        </p:blipFill>
        <p:spPr>
          <a:xfrm>
            <a:off x="6785693" y="3041495"/>
            <a:ext cx="3419416" cy="3140718"/>
          </a:xfrm>
          <a:prstGeom prst="rect">
            <a:avLst/>
          </a:prstGeom>
        </p:spPr>
      </p:pic>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DD8D20A2-BF0F-5ADD-3065-E86A882F86CD}"/>
                  </a:ext>
                </a:extLst>
              </p:cNvPr>
              <p:cNvSpPr txBox="1"/>
              <p:nvPr/>
            </p:nvSpPr>
            <p:spPr>
              <a:xfrm>
                <a:off x="1877998" y="3239079"/>
                <a:ext cx="3287949" cy="800989"/>
              </a:xfrm>
              <a:prstGeom prst="rect">
                <a:avLst/>
              </a:prstGeom>
              <a:noFill/>
            </p:spPr>
            <p:txBody>
              <a:bodyPr wrap="square">
                <a:spAutoFit/>
              </a:bodyPr>
              <a:lstStyle/>
              <a:p>
                <a:r>
                  <a:rPr lang="en-US" b="1" dirty="0">
                    <a:solidFill>
                      <a:srgbClr val="0070C0"/>
                    </a:solidFill>
                    <a:latin typeface="source-serif-pro"/>
                  </a:rPr>
                  <a:t>True Positive Rate = Recall = </a:t>
                </a:r>
              </a:p>
              <a:p>
                <a:r>
                  <a:rPr lang="en-US" b="1" dirty="0">
                    <a:solidFill>
                      <a:srgbClr val="0070C0"/>
                    </a:solidFill>
                    <a:latin typeface="source-serif-pro"/>
                  </a:rPr>
                  <a:t>Sensitivity </a:t>
                </a:r>
                <a:r>
                  <a:rPr lang="en-US" b="1" i="0" dirty="0">
                    <a:solidFill>
                      <a:srgbClr val="0070C0"/>
                    </a:solidFill>
                    <a:effectLst/>
                    <a:latin typeface="source-serif-pro"/>
                  </a:rPr>
                  <a:t>= </a:t>
                </a:r>
                <a14:m>
                  <m:oMath xmlns:m="http://schemas.openxmlformats.org/officeDocument/2006/math">
                    <m:f>
                      <m:fPr>
                        <m:ctrlPr>
                          <a:rPr lang="en-US" b="1" i="1" smtClean="0">
                            <a:solidFill>
                              <a:srgbClr val="0070C0"/>
                            </a:solidFill>
                            <a:effectLst/>
                            <a:latin typeface="Cambria Math" panose="02040503050406030204" pitchFamily="18" charset="0"/>
                          </a:rPr>
                        </m:ctrlPr>
                      </m:fPr>
                      <m:num>
                        <m:r>
                          <m:rPr>
                            <m:nor/>
                          </m:rPr>
                          <a:rPr lang="en-US" b="1" dirty="0">
                            <a:solidFill>
                              <a:srgbClr val="0070C0"/>
                            </a:solidFill>
                            <a:latin typeface="source-serif-pro"/>
                          </a:rPr>
                          <m:t>TP</m:t>
                        </m:r>
                      </m:num>
                      <m:den>
                        <m:r>
                          <m:rPr>
                            <m:nor/>
                          </m:rPr>
                          <a:rPr lang="en-US" b="1" dirty="0">
                            <a:solidFill>
                              <a:srgbClr val="0070C0"/>
                            </a:solidFill>
                            <a:latin typeface="source-serif-pro"/>
                          </a:rPr>
                          <m:t>FN</m:t>
                        </m:r>
                        <m:r>
                          <m:rPr>
                            <m:nor/>
                          </m:rPr>
                          <a:rPr lang="en-US" b="1" dirty="0">
                            <a:solidFill>
                              <a:srgbClr val="0070C0"/>
                            </a:solidFill>
                            <a:latin typeface="source-serif-pro"/>
                          </a:rPr>
                          <m:t>+</m:t>
                        </m:r>
                        <m:r>
                          <m:rPr>
                            <m:nor/>
                          </m:rPr>
                          <a:rPr lang="en-US" b="1" dirty="0">
                            <a:solidFill>
                              <a:srgbClr val="0070C0"/>
                            </a:solidFill>
                            <a:latin typeface="source-serif-pro"/>
                          </a:rPr>
                          <m:t>TP</m:t>
                        </m:r>
                      </m:den>
                    </m:f>
                  </m:oMath>
                </a14:m>
                <a:endParaRPr lang="en-US" dirty="0">
                  <a:solidFill>
                    <a:srgbClr val="0070C0"/>
                  </a:solidFill>
                </a:endParaRPr>
              </a:p>
            </p:txBody>
          </p:sp>
        </mc:Choice>
        <mc:Fallback>
          <p:sp>
            <p:nvSpPr>
              <p:cNvPr id="7" name="TextBox 6">
                <a:extLst>
                  <a:ext uri="{FF2B5EF4-FFF2-40B4-BE49-F238E27FC236}">
                    <a16:creationId xmlns:a16="http://schemas.microsoft.com/office/drawing/2014/main" id="{DD8D20A2-BF0F-5ADD-3065-E86A882F86CD}"/>
                  </a:ext>
                </a:extLst>
              </p:cNvPr>
              <p:cNvSpPr txBox="1">
                <a:spLocks noRot="1" noChangeAspect="1" noMove="1" noResize="1" noEditPoints="1" noAdjustHandles="1" noChangeArrowheads="1" noChangeShapeType="1" noTextEdit="1"/>
              </p:cNvSpPr>
              <p:nvPr/>
            </p:nvSpPr>
            <p:spPr>
              <a:xfrm>
                <a:off x="1877998" y="3239079"/>
                <a:ext cx="3287949" cy="800989"/>
              </a:xfrm>
              <a:prstGeom prst="rect">
                <a:avLst/>
              </a:prstGeom>
              <a:blipFill>
                <a:blip r:embed="rId4"/>
                <a:stretch>
                  <a:fillRect l="-1484" t="-3788" b="-378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52953EA6-0543-6555-83DF-C3F5D9930C24}"/>
                  </a:ext>
                </a:extLst>
              </p:cNvPr>
              <p:cNvSpPr txBox="1"/>
              <p:nvPr/>
            </p:nvSpPr>
            <p:spPr>
              <a:xfrm>
                <a:off x="1877998" y="4611854"/>
                <a:ext cx="3067569" cy="801438"/>
              </a:xfrm>
              <a:prstGeom prst="rect">
                <a:avLst/>
              </a:prstGeom>
              <a:noFill/>
            </p:spPr>
            <p:txBody>
              <a:bodyPr wrap="square">
                <a:spAutoFit/>
              </a:bodyPr>
              <a:lstStyle/>
              <a:p>
                <a:r>
                  <a:rPr lang="en-US" b="1" dirty="0">
                    <a:solidFill>
                      <a:srgbClr val="0070C0"/>
                    </a:solidFill>
                    <a:latin typeface="source-serif-pro"/>
                  </a:rPr>
                  <a:t>False Positive Rate =</a:t>
                </a:r>
              </a:p>
              <a:p>
                <a:r>
                  <a:rPr lang="en-US" b="1" dirty="0">
                    <a:solidFill>
                      <a:srgbClr val="0070C0"/>
                    </a:solidFill>
                    <a:latin typeface="source-serif-pro"/>
                  </a:rPr>
                  <a:t>1 – Specificity  </a:t>
                </a:r>
                <a:r>
                  <a:rPr lang="en-US" b="1" i="0" dirty="0">
                    <a:solidFill>
                      <a:srgbClr val="0070C0"/>
                    </a:solidFill>
                    <a:effectLst/>
                    <a:latin typeface="source-serif-pro"/>
                  </a:rPr>
                  <a:t>= 1 –  </a:t>
                </a:r>
                <a14:m>
                  <m:oMath xmlns:m="http://schemas.openxmlformats.org/officeDocument/2006/math">
                    <m:f>
                      <m:fPr>
                        <m:ctrlPr>
                          <a:rPr lang="en-US" b="1" i="1">
                            <a:solidFill>
                              <a:srgbClr val="0070C0"/>
                            </a:solidFill>
                            <a:latin typeface="Cambria Math" panose="02040503050406030204" pitchFamily="18" charset="0"/>
                          </a:rPr>
                        </m:ctrlPr>
                      </m:fPr>
                      <m:num>
                        <m:r>
                          <m:rPr>
                            <m:nor/>
                          </m:rPr>
                          <a:rPr lang="fr-FR" b="1" i="0" smtClean="0">
                            <a:solidFill>
                              <a:srgbClr val="0070C0"/>
                            </a:solidFill>
                            <a:latin typeface="source-serif-pro"/>
                          </a:rPr>
                          <m:t>TN</m:t>
                        </m:r>
                      </m:num>
                      <m:den>
                        <m:r>
                          <m:rPr>
                            <m:nor/>
                          </m:rPr>
                          <a:rPr lang="en-US" b="1" dirty="0">
                            <a:solidFill>
                              <a:srgbClr val="0070C0"/>
                            </a:solidFill>
                            <a:latin typeface="source-serif-pro"/>
                          </a:rPr>
                          <m:t>F</m:t>
                        </m:r>
                        <m:r>
                          <m:rPr>
                            <m:nor/>
                          </m:rPr>
                          <a:rPr lang="fr-FR" b="1" i="0" dirty="0" smtClean="0">
                            <a:solidFill>
                              <a:srgbClr val="0070C0"/>
                            </a:solidFill>
                            <a:latin typeface="source-serif-pro"/>
                          </a:rPr>
                          <m:t>P</m:t>
                        </m:r>
                        <m:r>
                          <m:rPr>
                            <m:nor/>
                          </m:rPr>
                          <a:rPr lang="fr-FR" b="1" i="0" dirty="0" smtClean="0">
                            <a:solidFill>
                              <a:srgbClr val="0070C0"/>
                            </a:solidFill>
                            <a:latin typeface="source-serif-pro"/>
                          </a:rPr>
                          <m:t>+</m:t>
                        </m:r>
                        <m:r>
                          <m:rPr>
                            <m:nor/>
                          </m:rPr>
                          <a:rPr lang="fr-FR" b="1" i="0" dirty="0" smtClean="0">
                            <a:solidFill>
                              <a:srgbClr val="0070C0"/>
                            </a:solidFill>
                            <a:latin typeface="source-serif-pro"/>
                          </a:rPr>
                          <m:t>TN</m:t>
                        </m:r>
                      </m:den>
                    </m:f>
                  </m:oMath>
                </a14:m>
                <a:endParaRPr lang="en-US" b="1" dirty="0">
                  <a:solidFill>
                    <a:srgbClr val="0070C0"/>
                  </a:solidFill>
                  <a:latin typeface="source-serif-pro"/>
                </a:endParaRPr>
              </a:p>
            </p:txBody>
          </p:sp>
        </mc:Choice>
        <mc:Fallback>
          <p:sp>
            <p:nvSpPr>
              <p:cNvPr id="8" name="TextBox 7">
                <a:extLst>
                  <a:ext uri="{FF2B5EF4-FFF2-40B4-BE49-F238E27FC236}">
                    <a16:creationId xmlns:a16="http://schemas.microsoft.com/office/drawing/2014/main" id="{52953EA6-0543-6555-83DF-C3F5D9930C24}"/>
                  </a:ext>
                </a:extLst>
              </p:cNvPr>
              <p:cNvSpPr txBox="1">
                <a:spLocks noRot="1" noChangeAspect="1" noMove="1" noResize="1" noEditPoints="1" noAdjustHandles="1" noChangeArrowheads="1" noChangeShapeType="1" noTextEdit="1"/>
              </p:cNvSpPr>
              <p:nvPr/>
            </p:nvSpPr>
            <p:spPr>
              <a:xfrm>
                <a:off x="1877998" y="4611854"/>
                <a:ext cx="3067569" cy="801438"/>
              </a:xfrm>
              <a:prstGeom prst="rect">
                <a:avLst/>
              </a:prstGeom>
              <a:blipFill>
                <a:blip r:embed="rId5"/>
                <a:stretch>
                  <a:fillRect l="-1590" t="-4580" b="-4580"/>
                </a:stretch>
              </a:blipFill>
            </p:spPr>
            <p:txBody>
              <a:bodyPr/>
              <a:lstStyle/>
              <a:p>
                <a:r>
                  <a:rPr lang="en-US">
                    <a:noFill/>
                  </a:rPr>
                  <a:t> </a:t>
                </a:r>
              </a:p>
            </p:txBody>
          </p:sp>
        </mc:Fallback>
      </mc:AlternateContent>
    </p:spTree>
    <p:extLst>
      <p:ext uri="{BB962C8B-B14F-4D97-AF65-F5344CB8AC3E}">
        <p14:creationId xmlns:p14="http://schemas.microsoft.com/office/powerpoint/2010/main" val="30537594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5E6F3-B198-A8D4-2D89-1F7AE2ECE6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EE2864-6C6B-3D46-AEB2-D7FD967223F7}"/>
              </a:ext>
            </a:extLst>
          </p:cNvPr>
          <p:cNvSpPr>
            <a:spLocks noGrp="1"/>
          </p:cNvSpPr>
          <p:nvPr>
            <p:ph type="title"/>
          </p:nvPr>
        </p:nvSpPr>
        <p:spPr>
          <a:xfrm>
            <a:off x="1024128" y="585216"/>
            <a:ext cx="10800726" cy="1499616"/>
          </a:xfrm>
        </p:spPr>
        <p:txBody>
          <a:bodyPr/>
          <a:lstStyle/>
          <a:p>
            <a:r>
              <a:rPr lang="en-US" dirty="0" err="1"/>
              <a:t>Récap</a:t>
            </a:r>
            <a:r>
              <a:rPr lang="en-US" dirty="0"/>
              <a:t> – ML </a:t>
            </a:r>
            <a:r>
              <a:rPr lang="en-US" dirty="0" err="1"/>
              <a:t>Supervisé</a:t>
            </a:r>
            <a:r>
              <a:rPr lang="en-US" dirty="0"/>
              <a:t> + Evaluation des </a:t>
            </a:r>
            <a:r>
              <a:rPr lang="en-US" dirty="0" err="1"/>
              <a:t>modèles</a:t>
            </a:r>
            <a:endParaRPr lang="en-US" dirty="0"/>
          </a:p>
        </p:txBody>
      </p:sp>
      <p:sp>
        <p:nvSpPr>
          <p:cNvPr id="3" name="Content Placeholder 2">
            <a:extLst>
              <a:ext uri="{FF2B5EF4-FFF2-40B4-BE49-F238E27FC236}">
                <a16:creationId xmlns:a16="http://schemas.microsoft.com/office/drawing/2014/main" id="{A5D70B2C-8D9B-76D6-D9F7-61FF7F33CB9F}"/>
              </a:ext>
            </a:extLst>
          </p:cNvPr>
          <p:cNvSpPr>
            <a:spLocks noGrp="1"/>
          </p:cNvSpPr>
          <p:nvPr>
            <p:ph idx="1"/>
          </p:nvPr>
        </p:nvSpPr>
        <p:spPr>
          <a:xfrm>
            <a:off x="1024128" y="2286000"/>
            <a:ext cx="10800727" cy="4023360"/>
          </a:xfrm>
        </p:spPr>
        <p:txBody>
          <a:bodyPr/>
          <a:lstStyle/>
          <a:p>
            <a:endParaRPr lang="fr-FR" dirty="0"/>
          </a:p>
          <a:p>
            <a:endParaRPr lang="en-US" dirty="0"/>
          </a:p>
        </p:txBody>
      </p:sp>
      <p:sp>
        <p:nvSpPr>
          <p:cNvPr id="6" name="Text Placeholder 3">
            <a:extLst>
              <a:ext uri="{FF2B5EF4-FFF2-40B4-BE49-F238E27FC236}">
                <a16:creationId xmlns:a16="http://schemas.microsoft.com/office/drawing/2014/main" id="{B00E6792-B558-46B1-2C0B-BA82E88001E1}"/>
              </a:ext>
            </a:extLst>
          </p:cNvPr>
          <p:cNvSpPr txBox="1">
            <a:spLocks/>
          </p:cNvSpPr>
          <p:nvPr/>
        </p:nvSpPr>
        <p:spPr>
          <a:xfrm>
            <a:off x="953764" y="1586647"/>
            <a:ext cx="8530704" cy="756364"/>
          </a:xfrm>
          <a:prstGeom prst="rect">
            <a:avLst/>
          </a:prstGeom>
        </p:spPr>
        <p:txBody>
          <a:bodyPr vert="horz" lIns="137160" tIns="45720" rIns="137160" bIns="45720" rtlCol="0" anchor="ctr">
            <a:normAutofit/>
          </a:bodyPr>
          <a:lstStyle>
            <a:lvl1pPr marL="0" indent="0" algn="l" defTabSz="914400" rtl="0" eaLnBrk="1" latinLnBrk="0" hangingPunct="1">
              <a:lnSpc>
                <a:spcPct val="90000"/>
              </a:lnSpc>
              <a:spcBef>
                <a:spcPts val="0"/>
              </a:spcBef>
              <a:spcAft>
                <a:spcPts val="0"/>
              </a:spcAft>
              <a:buClr>
                <a:schemeClr val="tx1"/>
              </a:buClr>
              <a:buSzPct val="100000"/>
              <a:buFont typeface="Arial" panose="020B0604020202020204" pitchFamily="34" charset="0"/>
              <a:buNone/>
              <a:defRPr kumimoji="0" lang="en-US" sz="2800" b="1" i="0" u="none" strike="noStrike" kern="0" cap="none" spc="0" normalizeH="0" baseline="0">
                <a:ln>
                  <a:noFill/>
                </a:ln>
                <a:solidFill>
                  <a:srgbClr val="5B9BD5"/>
                </a:solidFill>
                <a:effectLst/>
                <a:highlight>
                  <a:srgbClr val="FFFFFF"/>
                </a:highlight>
                <a:uLnTx/>
                <a:uFillTx/>
                <a:latin typeface="Calibri" panose="020F0502020204030204" pitchFamily="34" charset="0"/>
                <a:ea typeface="+mn-ea"/>
                <a:cs typeface="Calibri" panose="020F0502020204030204" pitchFamily="34" charset="0"/>
              </a:defRPr>
            </a:lvl1pPr>
            <a:lvl2pPr marL="457200" indent="0" algn="l" defTabSz="914400" rtl="0" eaLnBrk="1" latinLnBrk="0" hangingPunct="1">
              <a:lnSpc>
                <a:spcPct val="90000"/>
              </a:lnSpc>
              <a:spcBef>
                <a:spcPts val="200"/>
              </a:spcBef>
              <a:spcAft>
                <a:spcPts val="400"/>
              </a:spcAft>
              <a:buClr>
                <a:schemeClr val="tx1"/>
              </a:buClr>
              <a:buFont typeface="Wingdings 3" pitchFamily="18" charset="2"/>
              <a:buNone/>
              <a:defRPr sz="2000" b="1" kern="1200">
                <a:solidFill>
                  <a:schemeClr val="tx1"/>
                </a:solidFill>
                <a:latin typeface="Calibri" panose="020F0502020204030204" pitchFamily="34" charset="0"/>
                <a:ea typeface="+mn-ea"/>
                <a:cs typeface="Calibri" panose="020F0502020204030204" pitchFamily="34" charset="0"/>
              </a:defRPr>
            </a:lvl2pPr>
            <a:lvl3pPr marL="914400" indent="0" algn="l" defTabSz="914400" rtl="0" eaLnBrk="1" latinLnBrk="0" hangingPunct="1">
              <a:lnSpc>
                <a:spcPct val="90000"/>
              </a:lnSpc>
              <a:spcBef>
                <a:spcPts val="200"/>
              </a:spcBef>
              <a:spcAft>
                <a:spcPts val="400"/>
              </a:spcAft>
              <a:buClr>
                <a:schemeClr val="tx1"/>
              </a:buClr>
              <a:buFont typeface="Wingdings 3" pitchFamily="18" charset="2"/>
              <a:buNone/>
              <a:defRPr sz="1800" b="1" kern="1200">
                <a:solidFill>
                  <a:schemeClr val="tx1"/>
                </a:solidFill>
                <a:latin typeface="Calibri" panose="020F0502020204030204" pitchFamily="34" charset="0"/>
                <a:ea typeface="+mn-ea"/>
                <a:cs typeface="Calibri" panose="020F0502020204030204" pitchFamily="34" charset="0"/>
              </a:defRPr>
            </a:lvl3pPr>
            <a:lvl4pPr marL="13716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Calibri" panose="020F0502020204030204" pitchFamily="34" charset="0"/>
                <a:ea typeface="+mn-ea"/>
                <a:cs typeface="Calibri" panose="020F0502020204030204" pitchFamily="34" charset="0"/>
              </a:defRPr>
            </a:lvl4pPr>
            <a:lvl5pPr marL="18288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
                <a:srgbClr val="2E2B21"/>
              </a:buClr>
              <a:buSzPct val="100000"/>
              <a:buFont typeface="Arial" panose="020B0604020202020204" pitchFamily="34" charset="0"/>
              <a:buNone/>
              <a:tabLst/>
              <a:defRPr/>
            </a:pPr>
            <a:r>
              <a:rPr kumimoji="0" lang="fr-FR" sz="2800" b="1" i="0" u="sng" strike="noStrike" kern="0" cap="none" spc="0" normalizeH="0" baseline="0" noProof="0" dirty="0">
                <a:ln>
                  <a:noFill/>
                </a:ln>
                <a:solidFill>
                  <a:srgbClr val="5B9BD5"/>
                </a:solidFill>
                <a:effectLst/>
                <a:highlight>
                  <a:srgbClr val="FFFFFF"/>
                </a:highlight>
                <a:uLnTx/>
                <a:uFillTx/>
                <a:latin typeface="Calibri" panose="020F0502020204030204" pitchFamily="34" charset="0"/>
                <a:ea typeface="+mn-ea"/>
                <a:cs typeface="Calibri" panose="020F0502020204030204" pitchFamily="34" charset="0"/>
              </a:rPr>
              <a:t>Les métriques d'évaluation des modèles de régression</a:t>
            </a:r>
          </a:p>
        </p:txBody>
      </p:sp>
      <p:sp>
        <p:nvSpPr>
          <p:cNvPr id="10" name="Content Placeholder 2">
            <a:extLst>
              <a:ext uri="{FF2B5EF4-FFF2-40B4-BE49-F238E27FC236}">
                <a16:creationId xmlns:a16="http://schemas.microsoft.com/office/drawing/2014/main" id="{5FEA5408-7C67-3AD1-999F-1BB62EB44236}"/>
              </a:ext>
            </a:extLst>
          </p:cNvPr>
          <p:cNvSpPr txBox="1">
            <a:spLocks/>
          </p:cNvSpPr>
          <p:nvPr/>
        </p:nvSpPr>
        <p:spPr>
          <a:xfrm>
            <a:off x="1024128" y="2429716"/>
            <a:ext cx="11167872" cy="5282812"/>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r>
              <a:rPr lang="en-US" b="1" dirty="0"/>
              <a:t>Mean square error (MSE)</a:t>
            </a:r>
          </a:p>
          <a:p>
            <a:endParaRPr lang="en-US" dirty="0"/>
          </a:p>
          <a:p>
            <a:r>
              <a:rPr lang="en-US" b="1" dirty="0"/>
              <a:t>Root Mean Square Error (RMSE)</a:t>
            </a:r>
          </a:p>
          <a:p>
            <a:endParaRPr lang="en-US" dirty="0"/>
          </a:p>
          <a:p>
            <a:endParaRPr lang="en-US" dirty="0"/>
          </a:p>
          <a:p>
            <a:r>
              <a:rPr lang="en-US" b="1" dirty="0"/>
              <a:t>Coefficient of </a:t>
            </a:r>
            <a:r>
              <a:rPr lang="en-US" b="1" dirty="0" err="1"/>
              <a:t>détermination</a:t>
            </a:r>
            <a:r>
              <a:rPr lang="en-US" b="1" dirty="0"/>
              <a:t> R2</a:t>
            </a:r>
          </a:p>
          <a:p>
            <a:pPr lvl="1"/>
            <a:r>
              <a:rPr lang="fr-FR" dirty="0"/>
              <a:t>est une mesure couramment utilisée pour évaluer les performances d'un modèle de régression, y compris son pouvoir explicatif.</a:t>
            </a:r>
          </a:p>
          <a:p>
            <a:pPr lvl="1"/>
            <a:r>
              <a:rPr lang="fr-FR" dirty="0"/>
              <a:t>est une mesure de la proportion de la variance totale de la variable dépendante qui est expliquée par la ou les variables indépendantes du modèle de régression.</a:t>
            </a:r>
          </a:p>
          <a:p>
            <a:pPr lvl="1"/>
            <a:endParaRPr lang="en-US" dirty="0"/>
          </a:p>
          <a:p>
            <a:endParaRPr lang="en-US" dirty="0"/>
          </a:p>
        </p:txBody>
      </p:sp>
      <p:pic>
        <p:nvPicPr>
          <p:cNvPr id="12" name="Picture 11">
            <a:extLst>
              <a:ext uri="{FF2B5EF4-FFF2-40B4-BE49-F238E27FC236}">
                <a16:creationId xmlns:a16="http://schemas.microsoft.com/office/drawing/2014/main" id="{5387900F-3B7A-C92D-078A-BF22304A4597}"/>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6774626" y="2429716"/>
            <a:ext cx="4871234" cy="2530416"/>
          </a:xfrm>
          <a:prstGeom prst="rect">
            <a:avLst/>
          </a:prstGeom>
          <a:ln>
            <a:solidFill>
              <a:schemeClr val="tx1"/>
            </a:solidFill>
          </a:ln>
        </p:spPr>
      </p:pic>
      <mc:AlternateContent xmlns:mc="http://schemas.openxmlformats.org/markup-compatibility/2006">
        <mc:Choice xmlns:a14="http://schemas.microsoft.com/office/drawing/2010/main" Requires="a14">
          <p:sp>
            <p:nvSpPr>
              <p:cNvPr id="13" name="Rectangle 12">
                <a:extLst>
                  <a:ext uri="{FF2B5EF4-FFF2-40B4-BE49-F238E27FC236}">
                    <a16:creationId xmlns:a16="http://schemas.microsoft.com/office/drawing/2014/main" id="{C92D45C2-0A74-359C-7678-46B23DDB27A9}"/>
                  </a:ext>
                </a:extLst>
              </p:cNvPr>
              <p:cNvSpPr/>
              <p:nvPr/>
            </p:nvSpPr>
            <p:spPr>
              <a:xfrm>
                <a:off x="2477385" y="2857132"/>
                <a:ext cx="2409249" cy="492443"/>
              </a:xfrm>
              <a:prstGeom prst="rect">
                <a:avLst/>
              </a:prstGeom>
              <a:ln>
                <a:solidFill>
                  <a:schemeClr val="tx1"/>
                </a:solidFill>
              </a:ln>
            </p:spPr>
            <p:txBody>
              <a:bodyPr wrap="none">
                <a:spAutoFit/>
              </a:bodyPr>
              <a:lstStyle/>
              <a:p>
                <a:r>
                  <a:rPr lang="fr-FR" b="1" dirty="0">
                    <a:solidFill>
                      <a:schemeClr val="tx1"/>
                    </a:solidFill>
                  </a:rPr>
                  <a:t>MSE =</a:t>
                </a:r>
                <a14:m>
                  <m:oMath xmlns:m="http://schemas.openxmlformats.org/officeDocument/2006/math">
                    <m:f>
                      <m:fPr>
                        <m:ctrlPr>
                          <a:rPr lang="fr-FR" b="1" i="1" smtClean="0">
                            <a:solidFill>
                              <a:schemeClr val="tx1"/>
                            </a:solidFill>
                            <a:latin typeface="Cambria Math" panose="02040503050406030204" pitchFamily="18" charset="0"/>
                          </a:rPr>
                        </m:ctrlPr>
                      </m:fPr>
                      <m:num>
                        <m:r>
                          <a:rPr lang="fr-FR" b="1" i="1" smtClean="0">
                            <a:solidFill>
                              <a:schemeClr val="tx1"/>
                            </a:solidFill>
                            <a:latin typeface="Cambria Math" panose="02040503050406030204" pitchFamily="18" charset="0"/>
                          </a:rPr>
                          <m:t>𝟏</m:t>
                        </m:r>
                      </m:num>
                      <m:den>
                        <m:r>
                          <a:rPr lang="fr-FR" b="1" i="1" smtClean="0">
                            <a:solidFill>
                              <a:schemeClr val="tx1"/>
                            </a:solidFill>
                            <a:latin typeface="Cambria Math" panose="02040503050406030204" pitchFamily="18" charset="0"/>
                          </a:rPr>
                          <m:t>𝒏</m:t>
                        </m:r>
                      </m:den>
                    </m:f>
                  </m:oMath>
                </a14:m>
                <a:r>
                  <a:rPr lang="fr-FR" b="1" dirty="0">
                    <a:solidFill>
                      <a:schemeClr val="tx1"/>
                    </a:solidFill>
                  </a:rPr>
                  <a:t> </a:t>
                </a:r>
                <a14:m>
                  <m:oMath xmlns:m="http://schemas.openxmlformats.org/officeDocument/2006/math">
                    <m:nary>
                      <m:naryPr>
                        <m:chr m:val="∑"/>
                        <m:ctrlPr>
                          <a:rPr lang="fr-FR" b="1" i="1">
                            <a:solidFill>
                              <a:schemeClr val="tx1"/>
                            </a:solidFill>
                            <a:latin typeface="Cambria Math" panose="02040503050406030204" pitchFamily="18" charset="0"/>
                          </a:rPr>
                        </m:ctrlPr>
                      </m:naryPr>
                      <m:sub>
                        <m:r>
                          <m:rPr>
                            <m:brk m:alnAt="23"/>
                          </m:rPr>
                          <a:rPr lang="fr-FR" b="1" i="1">
                            <a:solidFill>
                              <a:schemeClr val="tx1"/>
                            </a:solidFill>
                            <a:latin typeface="Cambria Math" panose="02040503050406030204" pitchFamily="18" charset="0"/>
                          </a:rPr>
                          <m:t>𝒊</m:t>
                        </m:r>
                        <m:r>
                          <a:rPr lang="fr-FR" b="1" i="1">
                            <a:solidFill>
                              <a:schemeClr val="tx1"/>
                            </a:solidFill>
                            <a:latin typeface="Cambria Math" panose="02040503050406030204" pitchFamily="18" charset="0"/>
                          </a:rPr>
                          <m:t>=</m:t>
                        </m:r>
                        <m:r>
                          <a:rPr lang="fr-FR" b="1" i="1">
                            <a:solidFill>
                              <a:schemeClr val="tx1"/>
                            </a:solidFill>
                            <a:latin typeface="Cambria Math" panose="02040503050406030204" pitchFamily="18" charset="0"/>
                          </a:rPr>
                          <m:t>𝟏</m:t>
                        </m:r>
                      </m:sub>
                      <m:sup>
                        <m:r>
                          <a:rPr lang="fr-FR" b="1" i="1">
                            <a:solidFill>
                              <a:schemeClr val="tx1"/>
                            </a:solidFill>
                            <a:latin typeface="Cambria Math" panose="02040503050406030204" pitchFamily="18" charset="0"/>
                          </a:rPr>
                          <m:t>𝒏</m:t>
                        </m:r>
                      </m:sup>
                      <m:e>
                        <m:sSup>
                          <m:sSupPr>
                            <m:ctrlPr>
                              <a:rPr lang="fr-FR" b="1" i="1">
                                <a:solidFill>
                                  <a:schemeClr val="tx1"/>
                                </a:solidFill>
                                <a:latin typeface="Cambria Math" panose="02040503050406030204" pitchFamily="18" charset="0"/>
                              </a:rPr>
                            </m:ctrlPr>
                          </m:sSupPr>
                          <m:e>
                            <m:d>
                              <m:dPr>
                                <m:begChr m:val="["/>
                                <m:endChr m:val="]"/>
                                <m:ctrlPr>
                                  <a:rPr lang="fr-FR" b="1" i="1">
                                    <a:solidFill>
                                      <a:schemeClr val="tx1"/>
                                    </a:solidFill>
                                    <a:latin typeface="Cambria Math" panose="02040503050406030204" pitchFamily="18" charset="0"/>
                                  </a:rPr>
                                </m:ctrlPr>
                              </m:dPr>
                              <m:e>
                                <m:sSub>
                                  <m:sSubPr>
                                    <m:ctrlPr>
                                      <a:rPr lang="fr-FR" b="1" i="1">
                                        <a:solidFill>
                                          <a:schemeClr val="tx1"/>
                                        </a:solidFill>
                                        <a:latin typeface="Cambria Math" panose="02040503050406030204" pitchFamily="18" charset="0"/>
                                      </a:rPr>
                                    </m:ctrlPr>
                                  </m:sSubPr>
                                  <m:e>
                                    <m:r>
                                      <a:rPr lang="fr-FR" b="1" i="1">
                                        <a:solidFill>
                                          <a:schemeClr val="tx1"/>
                                        </a:solidFill>
                                        <a:latin typeface="Cambria Math" panose="02040503050406030204" pitchFamily="18" charset="0"/>
                                      </a:rPr>
                                      <m:t>𝒚</m:t>
                                    </m:r>
                                  </m:e>
                                  <m:sub>
                                    <m:r>
                                      <a:rPr lang="fr-FR" b="1" i="1">
                                        <a:solidFill>
                                          <a:schemeClr val="tx1"/>
                                        </a:solidFill>
                                        <a:latin typeface="Cambria Math" panose="02040503050406030204" pitchFamily="18" charset="0"/>
                                      </a:rPr>
                                      <m:t>𝒊</m:t>
                                    </m:r>
                                  </m:sub>
                                </m:sSub>
                                <m:r>
                                  <a:rPr lang="fr-FR" b="1" i="1">
                                    <a:solidFill>
                                      <a:schemeClr val="tx1"/>
                                    </a:solidFill>
                                    <a:latin typeface="Cambria Math" panose="02040503050406030204" pitchFamily="18" charset="0"/>
                                  </a:rPr>
                                  <m:t>−</m:t>
                                </m:r>
                                <m:acc>
                                  <m:accPr>
                                    <m:chr m:val="̂"/>
                                    <m:ctrlPr>
                                      <a:rPr lang="fr-FR" b="1" i="1" smtClean="0">
                                        <a:solidFill>
                                          <a:schemeClr val="tx1"/>
                                        </a:solidFill>
                                        <a:latin typeface="Cambria Math" panose="02040503050406030204" pitchFamily="18" charset="0"/>
                                      </a:rPr>
                                    </m:ctrlPr>
                                  </m:accPr>
                                  <m:e>
                                    <m:r>
                                      <a:rPr lang="fr-FR" b="1" i="1">
                                        <a:solidFill>
                                          <a:schemeClr val="tx1"/>
                                        </a:solidFill>
                                        <a:latin typeface="Cambria Math" panose="02040503050406030204" pitchFamily="18" charset="0"/>
                                      </a:rPr>
                                      <m:t>𝒚</m:t>
                                    </m:r>
                                  </m:e>
                                </m:acc>
                                <m:r>
                                  <m:rPr>
                                    <m:nor/>
                                  </m:rPr>
                                  <a:rPr lang="fr-FR" b="1" baseline="-25000" dirty="0">
                                    <a:solidFill>
                                      <a:schemeClr val="tx1"/>
                                    </a:solidFill>
                                  </a:rPr>
                                  <m:t>i</m:t>
                                </m:r>
                              </m:e>
                            </m:d>
                          </m:e>
                          <m:sup>
                            <m:r>
                              <a:rPr lang="fr-FR" b="1" i="1">
                                <a:solidFill>
                                  <a:schemeClr val="tx1"/>
                                </a:solidFill>
                                <a:latin typeface="Cambria Math" panose="02040503050406030204" pitchFamily="18" charset="0"/>
                              </a:rPr>
                              <m:t>𝟐</m:t>
                            </m:r>
                          </m:sup>
                        </m:sSup>
                        <m:r>
                          <a:rPr lang="fr-FR" b="1" i="1">
                            <a:solidFill>
                              <a:schemeClr val="tx1"/>
                            </a:solidFill>
                            <a:latin typeface="Cambria Math" panose="02040503050406030204" pitchFamily="18" charset="0"/>
                          </a:rPr>
                          <m:t> </m:t>
                        </m:r>
                      </m:e>
                    </m:nary>
                  </m:oMath>
                </a14:m>
                <a:endParaRPr lang="fr-FR" b="1" dirty="0">
                  <a:solidFill>
                    <a:schemeClr val="tx1"/>
                  </a:solidFill>
                </a:endParaRPr>
              </a:p>
            </p:txBody>
          </p:sp>
        </mc:Choice>
        <mc:Fallback>
          <p:sp>
            <p:nvSpPr>
              <p:cNvPr id="13" name="Rectangle 12">
                <a:extLst>
                  <a:ext uri="{FF2B5EF4-FFF2-40B4-BE49-F238E27FC236}">
                    <a16:creationId xmlns:a16="http://schemas.microsoft.com/office/drawing/2014/main" id="{C92D45C2-0A74-359C-7678-46B23DDB27A9}"/>
                  </a:ext>
                </a:extLst>
              </p:cNvPr>
              <p:cNvSpPr>
                <a:spLocks noRot="1" noChangeAspect="1" noMove="1" noResize="1" noEditPoints="1" noAdjustHandles="1" noChangeArrowheads="1" noChangeShapeType="1" noTextEdit="1"/>
              </p:cNvSpPr>
              <p:nvPr/>
            </p:nvSpPr>
            <p:spPr>
              <a:xfrm>
                <a:off x="2477385" y="2857132"/>
                <a:ext cx="2409249" cy="492443"/>
              </a:xfrm>
              <a:prstGeom prst="rect">
                <a:avLst/>
              </a:prstGeom>
              <a:blipFill>
                <a:blip r:embed="rId4"/>
                <a:stretch>
                  <a:fillRect l="-1759" t="-74390" r="-3518" b="-125610"/>
                </a:stretch>
              </a:blipFill>
              <a:ln>
                <a:solidFill>
                  <a:schemeClr val="tx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Rectangle 13">
                <a:extLst>
                  <a:ext uri="{FF2B5EF4-FFF2-40B4-BE49-F238E27FC236}">
                    <a16:creationId xmlns:a16="http://schemas.microsoft.com/office/drawing/2014/main" id="{EEC063D1-6246-F08D-CB88-0B4F37B18BBA}"/>
                  </a:ext>
                </a:extLst>
              </p:cNvPr>
              <p:cNvSpPr/>
              <p:nvPr/>
            </p:nvSpPr>
            <p:spPr>
              <a:xfrm>
                <a:off x="2477385" y="3876331"/>
                <a:ext cx="2843984" cy="656013"/>
              </a:xfrm>
              <a:prstGeom prst="rect">
                <a:avLst/>
              </a:prstGeom>
              <a:ln>
                <a:solidFill>
                  <a:schemeClr val="tx1"/>
                </a:solidFill>
              </a:ln>
            </p:spPr>
            <p:txBody>
              <a:bodyPr wrap="none">
                <a:spAutoFit/>
              </a:bodyPr>
              <a:lstStyle/>
              <a:p>
                <a:r>
                  <a:rPr lang="fr-FR" b="1" dirty="0">
                    <a:solidFill>
                      <a:srgbClr val="FF0000"/>
                    </a:solidFill>
                  </a:rPr>
                  <a:t>RMSE =</a:t>
                </a:r>
                <a14:m>
                  <m:oMath xmlns:m="http://schemas.openxmlformats.org/officeDocument/2006/math">
                    <m:rad>
                      <m:radPr>
                        <m:degHide m:val="on"/>
                        <m:ctrlPr>
                          <a:rPr lang="fr-FR" b="1" i="1" smtClean="0">
                            <a:solidFill>
                              <a:srgbClr val="FF0000"/>
                            </a:solidFill>
                            <a:latin typeface="Cambria Math" panose="02040503050406030204" pitchFamily="18" charset="0"/>
                          </a:rPr>
                        </m:ctrlPr>
                      </m:radPr>
                      <m:deg/>
                      <m:e>
                        <m:f>
                          <m:fPr>
                            <m:ctrlPr>
                              <a:rPr lang="fr-FR" b="1" i="1">
                                <a:solidFill>
                                  <a:srgbClr val="FF0000"/>
                                </a:solidFill>
                                <a:latin typeface="Cambria Math" panose="02040503050406030204" pitchFamily="18" charset="0"/>
                              </a:rPr>
                            </m:ctrlPr>
                          </m:fPr>
                          <m:num>
                            <m:r>
                              <a:rPr lang="fr-FR" b="1" i="1">
                                <a:solidFill>
                                  <a:srgbClr val="FF0000"/>
                                </a:solidFill>
                                <a:latin typeface="Cambria Math" panose="02040503050406030204" pitchFamily="18" charset="0"/>
                              </a:rPr>
                              <m:t>𝟏</m:t>
                            </m:r>
                          </m:num>
                          <m:den>
                            <m:r>
                              <a:rPr lang="fr-FR" b="1" i="1">
                                <a:solidFill>
                                  <a:srgbClr val="FF0000"/>
                                </a:solidFill>
                                <a:latin typeface="Cambria Math" panose="02040503050406030204" pitchFamily="18" charset="0"/>
                              </a:rPr>
                              <m:t>𝒏</m:t>
                            </m:r>
                          </m:den>
                        </m:f>
                        <m:r>
                          <m:rPr>
                            <m:nor/>
                          </m:rPr>
                          <a:rPr lang="fr-FR" b="1" dirty="0">
                            <a:solidFill>
                              <a:srgbClr val="FF0000"/>
                            </a:solidFill>
                          </a:rPr>
                          <m:t> </m:t>
                        </m:r>
                        <m:nary>
                          <m:naryPr>
                            <m:chr m:val="∑"/>
                            <m:ctrlPr>
                              <a:rPr lang="fr-FR" b="1" i="1">
                                <a:solidFill>
                                  <a:srgbClr val="FF0000"/>
                                </a:solidFill>
                                <a:latin typeface="Cambria Math" panose="02040503050406030204" pitchFamily="18" charset="0"/>
                              </a:rPr>
                            </m:ctrlPr>
                          </m:naryPr>
                          <m:sub>
                            <m:r>
                              <m:rPr>
                                <m:brk m:alnAt="23"/>
                              </m:rPr>
                              <a:rPr lang="fr-FR" b="1" i="1">
                                <a:solidFill>
                                  <a:srgbClr val="FF0000"/>
                                </a:solidFill>
                                <a:latin typeface="Cambria Math" panose="02040503050406030204" pitchFamily="18" charset="0"/>
                              </a:rPr>
                              <m:t>𝒊</m:t>
                            </m:r>
                            <m:r>
                              <a:rPr lang="fr-FR" b="1" i="1">
                                <a:solidFill>
                                  <a:srgbClr val="FF0000"/>
                                </a:solidFill>
                                <a:latin typeface="Cambria Math" panose="02040503050406030204" pitchFamily="18" charset="0"/>
                              </a:rPr>
                              <m:t>=</m:t>
                            </m:r>
                            <m:r>
                              <a:rPr lang="fr-FR" b="1" i="1">
                                <a:solidFill>
                                  <a:srgbClr val="FF0000"/>
                                </a:solidFill>
                                <a:latin typeface="Cambria Math" panose="02040503050406030204" pitchFamily="18" charset="0"/>
                              </a:rPr>
                              <m:t>𝟏</m:t>
                            </m:r>
                          </m:sub>
                          <m:sup>
                            <m:r>
                              <a:rPr lang="fr-FR" b="1" i="1">
                                <a:solidFill>
                                  <a:srgbClr val="FF0000"/>
                                </a:solidFill>
                                <a:latin typeface="Cambria Math" panose="02040503050406030204" pitchFamily="18" charset="0"/>
                              </a:rPr>
                              <m:t>𝒏</m:t>
                            </m:r>
                          </m:sup>
                          <m:e>
                            <m:sSup>
                              <m:sSupPr>
                                <m:ctrlPr>
                                  <a:rPr lang="fr-FR" b="1" i="1">
                                    <a:solidFill>
                                      <a:srgbClr val="FF0000"/>
                                    </a:solidFill>
                                    <a:latin typeface="Cambria Math" panose="02040503050406030204" pitchFamily="18" charset="0"/>
                                  </a:rPr>
                                </m:ctrlPr>
                              </m:sSupPr>
                              <m:e>
                                <m:d>
                                  <m:dPr>
                                    <m:begChr m:val="["/>
                                    <m:endChr m:val="]"/>
                                    <m:ctrlPr>
                                      <a:rPr lang="fr-FR" b="1" i="1">
                                        <a:solidFill>
                                          <a:srgbClr val="FF0000"/>
                                        </a:solidFill>
                                        <a:latin typeface="Cambria Math" panose="02040503050406030204" pitchFamily="18" charset="0"/>
                                      </a:rPr>
                                    </m:ctrlPr>
                                  </m:dPr>
                                  <m:e>
                                    <m:sSub>
                                      <m:sSubPr>
                                        <m:ctrlPr>
                                          <a:rPr lang="fr-FR" b="1" i="1">
                                            <a:solidFill>
                                              <a:srgbClr val="FF0000"/>
                                            </a:solidFill>
                                            <a:latin typeface="Cambria Math" panose="02040503050406030204" pitchFamily="18" charset="0"/>
                                          </a:rPr>
                                        </m:ctrlPr>
                                      </m:sSubPr>
                                      <m:e>
                                        <m:r>
                                          <a:rPr lang="fr-FR" b="1" i="1">
                                            <a:solidFill>
                                              <a:srgbClr val="FF0000"/>
                                            </a:solidFill>
                                            <a:latin typeface="Cambria Math" panose="02040503050406030204" pitchFamily="18" charset="0"/>
                                          </a:rPr>
                                          <m:t>𝒚</m:t>
                                        </m:r>
                                      </m:e>
                                      <m:sub>
                                        <m:r>
                                          <a:rPr lang="fr-FR" b="1" i="1">
                                            <a:solidFill>
                                              <a:srgbClr val="FF0000"/>
                                            </a:solidFill>
                                            <a:latin typeface="Cambria Math" panose="02040503050406030204" pitchFamily="18" charset="0"/>
                                          </a:rPr>
                                          <m:t>𝒊</m:t>
                                        </m:r>
                                      </m:sub>
                                    </m:sSub>
                                    <m:r>
                                      <a:rPr lang="fr-FR" b="1" i="1">
                                        <a:solidFill>
                                          <a:srgbClr val="FF0000"/>
                                        </a:solidFill>
                                        <a:latin typeface="Cambria Math" panose="02040503050406030204" pitchFamily="18" charset="0"/>
                                      </a:rPr>
                                      <m:t>−</m:t>
                                    </m:r>
                                    <m:acc>
                                      <m:accPr>
                                        <m:chr m:val="̂"/>
                                        <m:ctrlPr>
                                          <a:rPr lang="fr-FR" b="1" i="1">
                                            <a:solidFill>
                                              <a:srgbClr val="FF0000"/>
                                            </a:solidFill>
                                            <a:latin typeface="Cambria Math" panose="02040503050406030204" pitchFamily="18" charset="0"/>
                                          </a:rPr>
                                        </m:ctrlPr>
                                      </m:accPr>
                                      <m:e>
                                        <m:r>
                                          <a:rPr lang="fr-FR" b="1" i="1">
                                            <a:solidFill>
                                              <a:srgbClr val="FF0000"/>
                                            </a:solidFill>
                                            <a:latin typeface="Cambria Math" panose="02040503050406030204" pitchFamily="18" charset="0"/>
                                          </a:rPr>
                                          <m:t>𝒚</m:t>
                                        </m:r>
                                      </m:e>
                                    </m:acc>
                                    <m:r>
                                      <m:rPr>
                                        <m:nor/>
                                      </m:rPr>
                                      <a:rPr lang="fr-FR" b="1" baseline="-25000" dirty="0">
                                        <a:solidFill>
                                          <a:srgbClr val="FF0000"/>
                                        </a:solidFill>
                                      </a:rPr>
                                      <m:t>i</m:t>
                                    </m:r>
                                  </m:e>
                                </m:d>
                              </m:e>
                              <m:sup>
                                <m:r>
                                  <a:rPr lang="fr-FR" b="1" i="1">
                                    <a:solidFill>
                                      <a:srgbClr val="FF0000"/>
                                    </a:solidFill>
                                    <a:latin typeface="Cambria Math" panose="02040503050406030204" pitchFamily="18" charset="0"/>
                                  </a:rPr>
                                  <m:t>𝟐</m:t>
                                </m:r>
                              </m:sup>
                            </m:sSup>
                            <m:r>
                              <a:rPr lang="fr-FR" b="1" i="1">
                                <a:solidFill>
                                  <a:srgbClr val="FF0000"/>
                                </a:solidFill>
                                <a:latin typeface="Cambria Math" panose="02040503050406030204" pitchFamily="18" charset="0"/>
                              </a:rPr>
                              <m:t> </m:t>
                            </m:r>
                          </m:e>
                        </m:nary>
                      </m:e>
                    </m:rad>
                  </m:oMath>
                </a14:m>
                <a:endParaRPr lang="fr-FR" b="1" dirty="0">
                  <a:solidFill>
                    <a:srgbClr val="FF0000"/>
                  </a:solidFill>
                </a:endParaRPr>
              </a:p>
            </p:txBody>
          </p:sp>
        </mc:Choice>
        <mc:Fallback>
          <p:sp>
            <p:nvSpPr>
              <p:cNvPr id="14" name="Rectangle 13">
                <a:extLst>
                  <a:ext uri="{FF2B5EF4-FFF2-40B4-BE49-F238E27FC236}">
                    <a16:creationId xmlns:a16="http://schemas.microsoft.com/office/drawing/2014/main" id="{EEC063D1-6246-F08D-CB88-0B4F37B18BBA}"/>
                  </a:ext>
                </a:extLst>
              </p:cNvPr>
              <p:cNvSpPr>
                <a:spLocks noRot="1" noChangeAspect="1" noMove="1" noResize="1" noEditPoints="1" noAdjustHandles="1" noChangeArrowheads="1" noChangeShapeType="1" noTextEdit="1"/>
              </p:cNvSpPr>
              <p:nvPr/>
            </p:nvSpPr>
            <p:spPr>
              <a:xfrm>
                <a:off x="2477385" y="3876331"/>
                <a:ext cx="2843984" cy="656013"/>
              </a:xfrm>
              <a:prstGeom prst="rect">
                <a:avLst/>
              </a:prstGeom>
              <a:blipFill>
                <a:blip r:embed="rId5"/>
                <a:stretch>
                  <a:fillRect l="-1493"/>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2984729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827A2-2D47-0942-55F5-C1D9F3DFD0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7D2A0D-DAAD-7B7A-7F84-A817DDF87264}"/>
              </a:ext>
            </a:extLst>
          </p:cNvPr>
          <p:cNvSpPr>
            <a:spLocks noGrp="1"/>
          </p:cNvSpPr>
          <p:nvPr>
            <p:ph type="title"/>
          </p:nvPr>
        </p:nvSpPr>
        <p:spPr>
          <a:xfrm>
            <a:off x="1024128" y="585216"/>
            <a:ext cx="10800726" cy="1499616"/>
          </a:xfrm>
        </p:spPr>
        <p:txBody>
          <a:bodyPr/>
          <a:lstStyle/>
          <a:p>
            <a:r>
              <a:rPr lang="en-US" dirty="0" err="1"/>
              <a:t>Récap</a:t>
            </a:r>
            <a:r>
              <a:rPr lang="en-US" dirty="0"/>
              <a:t> – ML </a:t>
            </a:r>
            <a:r>
              <a:rPr lang="en-US" dirty="0" err="1"/>
              <a:t>Supervisé</a:t>
            </a:r>
            <a:r>
              <a:rPr lang="en-US" dirty="0"/>
              <a:t> + Evaluation des </a:t>
            </a:r>
            <a:r>
              <a:rPr lang="en-US" dirty="0" err="1"/>
              <a:t>modèles</a:t>
            </a:r>
            <a:endParaRPr lang="en-US" dirty="0"/>
          </a:p>
        </p:txBody>
      </p:sp>
      <p:sp>
        <p:nvSpPr>
          <p:cNvPr id="3" name="Content Placeholder 2">
            <a:extLst>
              <a:ext uri="{FF2B5EF4-FFF2-40B4-BE49-F238E27FC236}">
                <a16:creationId xmlns:a16="http://schemas.microsoft.com/office/drawing/2014/main" id="{CB8FF6F0-E861-E90C-50D3-F4D6C4EB52A0}"/>
              </a:ext>
            </a:extLst>
          </p:cNvPr>
          <p:cNvSpPr>
            <a:spLocks noGrp="1"/>
          </p:cNvSpPr>
          <p:nvPr>
            <p:ph idx="1"/>
          </p:nvPr>
        </p:nvSpPr>
        <p:spPr>
          <a:xfrm>
            <a:off x="1024128" y="2286000"/>
            <a:ext cx="10800727" cy="4023360"/>
          </a:xfrm>
        </p:spPr>
        <p:txBody>
          <a:bodyPr/>
          <a:lstStyle/>
          <a:p>
            <a:pPr>
              <a:buFont typeface="Arial" panose="020B0604020202020204" pitchFamily="34" charset="0"/>
              <a:buChar char="•"/>
            </a:pPr>
            <a:r>
              <a:rPr lang="fr-FR" dirty="0"/>
              <a:t>La validation croisée est une technique qui consiste à diviser les données en plusieurs ensembles d'entraînement et de validation, tournant ainsi les rôles. </a:t>
            </a:r>
          </a:p>
          <a:p>
            <a:pPr>
              <a:buFont typeface="Arial" panose="020B0604020202020204" pitchFamily="34" charset="0"/>
              <a:buChar char="•"/>
            </a:pPr>
            <a:r>
              <a:rPr lang="fr-FR" dirty="0"/>
              <a:t>Cela permet d'obtenir plusieurs évaluations pour un modèle sans sacrifier un ensemble de test dédié. </a:t>
            </a:r>
          </a:p>
          <a:p>
            <a:pPr>
              <a:buFont typeface="Arial" panose="020B0604020202020204" pitchFamily="34" charset="0"/>
              <a:buChar char="•"/>
            </a:pPr>
            <a:r>
              <a:rPr lang="fr-FR" dirty="0"/>
              <a:t>La validation croisée k-</a:t>
            </a:r>
            <a:r>
              <a:rPr lang="fr-FR" dirty="0" err="1"/>
              <a:t>fold</a:t>
            </a:r>
            <a:r>
              <a:rPr lang="fr-FR" dirty="0"/>
              <a:t> est une technique répandue, divise les données en k parties, en utilisant k-1 parties pour l'entraînement et 1 partie pour la validation à chaque itération.</a:t>
            </a:r>
          </a:p>
          <a:p>
            <a:endParaRPr lang="fr-FR" dirty="0"/>
          </a:p>
          <a:p>
            <a:endParaRPr lang="en-US" dirty="0"/>
          </a:p>
        </p:txBody>
      </p:sp>
      <p:sp>
        <p:nvSpPr>
          <p:cNvPr id="6" name="Text Placeholder 3">
            <a:extLst>
              <a:ext uri="{FF2B5EF4-FFF2-40B4-BE49-F238E27FC236}">
                <a16:creationId xmlns:a16="http://schemas.microsoft.com/office/drawing/2014/main" id="{BC07181B-02CA-1EA0-4DE8-A9C783C9BE07}"/>
              </a:ext>
            </a:extLst>
          </p:cNvPr>
          <p:cNvSpPr txBox="1">
            <a:spLocks/>
          </p:cNvSpPr>
          <p:nvPr/>
        </p:nvSpPr>
        <p:spPr>
          <a:xfrm>
            <a:off x="953764" y="1586647"/>
            <a:ext cx="7581014" cy="756364"/>
          </a:xfrm>
          <a:prstGeom prst="rect">
            <a:avLst/>
          </a:prstGeom>
        </p:spPr>
        <p:txBody>
          <a:bodyPr vert="horz" lIns="137160" tIns="45720" rIns="137160" bIns="45720" rtlCol="0" anchor="ctr">
            <a:normAutofit/>
          </a:bodyPr>
          <a:lstStyle>
            <a:lvl1pPr marL="0" indent="0" algn="l" defTabSz="914400" rtl="0" eaLnBrk="1" latinLnBrk="0" hangingPunct="1">
              <a:lnSpc>
                <a:spcPct val="90000"/>
              </a:lnSpc>
              <a:spcBef>
                <a:spcPts val="0"/>
              </a:spcBef>
              <a:spcAft>
                <a:spcPts val="0"/>
              </a:spcAft>
              <a:buClr>
                <a:schemeClr val="tx1"/>
              </a:buClr>
              <a:buSzPct val="100000"/>
              <a:buFont typeface="Arial" panose="020B0604020202020204" pitchFamily="34" charset="0"/>
              <a:buNone/>
              <a:defRPr kumimoji="0" lang="en-US" sz="2800" b="1" i="0" u="none" strike="noStrike" kern="0" cap="none" spc="0" normalizeH="0" baseline="0">
                <a:ln>
                  <a:noFill/>
                </a:ln>
                <a:solidFill>
                  <a:srgbClr val="5B9BD5"/>
                </a:solidFill>
                <a:effectLst/>
                <a:highlight>
                  <a:srgbClr val="FFFFFF"/>
                </a:highlight>
                <a:uLnTx/>
                <a:uFillTx/>
                <a:latin typeface="Calibri" panose="020F0502020204030204" pitchFamily="34" charset="0"/>
                <a:ea typeface="+mn-ea"/>
                <a:cs typeface="Calibri" panose="020F0502020204030204" pitchFamily="34" charset="0"/>
              </a:defRPr>
            </a:lvl1pPr>
            <a:lvl2pPr marL="457200" indent="0" algn="l" defTabSz="914400" rtl="0" eaLnBrk="1" latinLnBrk="0" hangingPunct="1">
              <a:lnSpc>
                <a:spcPct val="90000"/>
              </a:lnSpc>
              <a:spcBef>
                <a:spcPts val="200"/>
              </a:spcBef>
              <a:spcAft>
                <a:spcPts val="400"/>
              </a:spcAft>
              <a:buClr>
                <a:schemeClr val="tx1"/>
              </a:buClr>
              <a:buFont typeface="Wingdings 3" pitchFamily="18" charset="2"/>
              <a:buNone/>
              <a:defRPr sz="2000" b="1" kern="1200">
                <a:solidFill>
                  <a:schemeClr val="tx1"/>
                </a:solidFill>
                <a:latin typeface="Calibri" panose="020F0502020204030204" pitchFamily="34" charset="0"/>
                <a:ea typeface="+mn-ea"/>
                <a:cs typeface="Calibri" panose="020F0502020204030204" pitchFamily="34" charset="0"/>
              </a:defRPr>
            </a:lvl2pPr>
            <a:lvl3pPr marL="914400" indent="0" algn="l" defTabSz="914400" rtl="0" eaLnBrk="1" latinLnBrk="0" hangingPunct="1">
              <a:lnSpc>
                <a:spcPct val="90000"/>
              </a:lnSpc>
              <a:spcBef>
                <a:spcPts val="200"/>
              </a:spcBef>
              <a:spcAft>
                <a:spcPts val="400"/>
              </a:spcAft>
              <a:buClr>
                <a:schemeClr val="tx1"/>
              </a:buClr>
              <a:buFont typeface="Wingdings 3" pitchFamily="18" charset="2"/>
              <a:buNone/>
              <a:defRPr sz="1800" b="1" kern="1200">
                <a:solidFill>
                  <a:schemeClr val="tx1"/>
                </a:solidFill>
                <a:latin typeface="Calibri" panose="020F0502020204030204" pitchFamily="34" charset="0"/>
                <a:ea typeface="+mn-ea"/>
                <a:cs typeface="Calibri" panose="020F0502020204030204" pitchFamily="34" charset="0"/>
              </a:defRPr>
            </a:lvl3pPr>
            <a:lvl4pPr marL="13716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Calibri" panose="020F0502020204030204" pitchFamily="34" charset="0"/>
                <a:ea typeface="+mn-ea"/>
                <a:cs typeface="Calibri" panose="020F0502020204030204" pitchFamily="34" charset="0"/>
              </a:defRPr>
            </a:lvl4pPr>
            <a:lvl5pPr marL="18288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
                <a:srgbClr val="2E2B21"/>
              </a:buClr>
              <a:buSzPct val="100000"/>
              <a:buFont typeface="Arial" panose="020B0604020202020204" pitchFamily="34" charset="0"/>
              <a:buNone/>
              <a:tabLst/>
              <a:defRPr/>
            </a:pPr>
            <a:r>
              <a:rPr kumimoji="0" lang="fr-FR" sz="2800" b="1" i="0" u="sng" strike="noStrike" kern="0" cap="none" spc="0" normalizeH="0" baseline="0" noProof="0" dirty="0">
                <a:ln>
                  <a:noFill/>
                </a:ln>
                <a:solidFill>
                  <a:srgbClr val="5B9BD5"/>
                </a:solidFill>
                <a:effectLst/>
                <a:highlight>
                  <a:srgbClr val="FFFFFF"/>
                </a:highlight>
                <a:uLnTx/>
                <a:uFillTx/>
                <a:latin typeface="Calibri" panose="020F0502020204030204" pitchFamily="34" charset="0"/>
                <a:ea typeface="+mn-ea"/>
                <a:cs typeface="Calibri" panose="020F0502020204030204" pitchFamily="34" charset="0"/>
              </a:rPr>
              <a:t>La validation croisée</a:t>
            </a:r>
          </a:p>
        </p:txBody>
      </p:sp>
      <p:pic>
        <p:nvPicPr>
          <p:cNvPr id="4" name="Picture 3">
            <a:extLst>
              <a:ext uri="{FF2B5EF4-FFF2-40B4-BE49-F238E27FC236}">
                <a16:creationId xmlns:a16="http://schemas.microsoft.com/office/drawing/2014/main" id="{1E967213-98F0-3CC6-218D-C825E9F0E6E3}"/>
              </a:ext>
            </a:extLst>
          </p:cNvPr>
          <p:cNvPicPr>
            <a:picLocks noChangeAspect="1"/>
          </p:cNvPicPr>
          <p:nvPr/>
        </p:nvPicPr>
        <p:blipFill>
          <a:blip r:embed="rId2"/>
          <a:stretch>
            <a:fillRect/>
          </a:stretch>
        </p:blipFill>
        <p:spPr>
          <a:xfrm>
            <a:off x="2741543" y="4504386"/>
            <a:ext cx="6985359" cy="2038455"/>
          </a:xfrm>
          <a:prstGeom prst="rect">
            <a:avLst/>
          </a:prstGeom>
        </p:spPr>
      </p:pic>
    </p:spTree>
    <p:extLst>
      <p:ext uri="{BB962C8B-B14F-4D97-AF65-F5344CB8AC3E}">
        <p14:creationId xmlns:p14="http://schemas.microsoft.com/office/powerpoint/2010/main" val="12497702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B8E34-CC5F-13CD-38CA-C07A432B6C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8D9712-CB4C-B2B1-0625-B5E1FE9D46CD}"/>
              </a:ext>
            </a:extLst>
          </p:cNvPr>
          <p:cNvSpPr>
            <a:spLocks noGrp="1"/>
          </p:cNvSpPr>
          <p:nvPr>
            <p:ph type="title"/>
          </p:nvPr>
        </p:nvSpPr>
        <p:spPr>
          <a:xfrm>
            <a:off x="1024128" y="585216"/>
            <a:ext cx="10800726" cy="1499616"/>
          </a:xfrm>
        </p:spPr>
        <p:txBody>
          <a:bodyPr/>
          <a:lstStyle/>
          <a:p>
            <a:r>
              <a:rPr lang="en-US" dirty="0" err="1"/>
              <a:t>Récap</a:t>
            </a:r>
            <a:r>
              <a:rPr lang="en-US" dirty="0"/>
              <a:t> – ML </a:t>
            </a:r>
            <a:r>
              <a:rPr lang="en-US" dirty="0" err="1"/>
              <a:t>Supervisé</a:t>
            </a:r>
            <a:r>
              <a:rPr lang="en-US" dirty="0"/>
              <a:t> + Evaluation des </a:t>
            </a:r>
            <a:r>
              <a:rPr lang="en-US" dirty="0" err="1"/>
              <a:t>modèles</a:t>
            </a:r>
            <a:endParaRPr lang="en-US" dirty="0"/>
          </a:p>
        </p:txBody>
      </p:sp>
      <p:sp>
        <p:nvSpPr>
          <p:cNvPr id="3" name="Content Placeholder 2">
            <a:extLst>
              <a:ext uri="{FF2B5EF4-FFF2-40B4-BE49-F238E27FC236}">
                <a16:creationId xmlns:a16="http://schemas.microsoft.com/office/drawing/2014/main" id="{8F963BC3-FB0D-7931-0D69-06769D046F0B}"/>
              </a:ext>
            </a:extLst>
          </p:cNvPr>
          <p:cNvSpPr>
            <a:spLocks noGrp="1"/>
          </p:cNvSpPr>
          <p:nvPr>
            <p:ph idx="1"/>
          </p:nvPr>
        </p:nvSpPr>
        <p:spPr>
          <a:xfrm>
            <a:off x="1024128" y="2084832"/>
            <a:ext cx="10800727" cy="4224528"/>
          </a:xfrm>
        </p:spPr>
        <p:txBody>
          <a:bodyPr/>
          <a:lstStyle/>
          <a:p>
            <a:pPr>
              <a:buFont typeface="Arial" panose="020B0604020202020204" pitchFamily="34" charset="0"/>
              <a:buChar char="•"/>
            </a:pPr>
            <a:r>
              <a:rPr lang="fr-FR" dirty="0"/>
              <a:t>L'objectif de l'algorithme de descente de gradient est de minimiser la fonction de coût. Pour atteindre cet objectif, il effectue deux étapes de manière itérative :</a:t>
            </a:r>
          </a:p>
          <a:p>
            <a:pPr marL="457200" indent="-457200">
              <a:buFont typeface="+mj-lt"/>
              <a:buAutoNum type="arabicPeriod"/>
            </a:pPr>
            <a:r>
              <a:rPr lang="fr-FR" dirty="0"/>
              <a:t>Calculer le gradient c'est-à-dire la dérivée de premier ordre de la fonction à ce point.</a:t>
            </a:r>
          </a:p>
          <a:p>
            <a:pPr marL="457200" indent="-457200">
              <a:buFont typeface="+mj-lt"/>
              <a:buAutoNum type="arabicPeriod"/>
            </a:pPr>
            <a:r>
              <a:rPr lang="fr-FR" dirty="0"/>
              <a:t>Effectuer un pas dans la direction opposée au gradient, c'est-à-dire dans la direction opposée à l'augmentation de la pente depuis le point actuel, multipliée par alpha fois le gradient à ce point.</a:t>
            </a:r>
          </a:p>
          <a:p>
            <a:endParaRPr lang="fr-FR" dirty="0"/>
          </a:p>
          <a:p>
            <a:endParaRPr lang="en-US" dirty="0"/>
          </a:p>
        </p:txBody>
      </p:sp>
      <p:sp>
        <p:nvSpPr>
          <p:cNvPr id="6" name="Text Placeholder 3">
            <a:extLst>
              <a:ext uri="{FF2B5EF4-FFF2-40B4-BE49-F238E27FC236}">
                <a16:creationId xmlns:a16="http://schemas.microsoft.com/office/drawing/2014/main" id="{781595A3-0E98-0E48-DAA6-3CD3F7E8D4AE}"/>
              </a:ext>
            </a:extLst>
          </p:cNvPr>
          <p:cNvSpPr txBox="1">
            <a:spLocks/>
          </p:cNvSpPr>
          <p:nvPr/>
        </p:nvSpPr>
        <p:spPr>
          <a:xfrm>
            <a:off x="953764" y="1586647"/>
            <a:ext cx="7581014" cy="756364"/>
          </a:xfrm>
          <a:prstGeom prst="rect">
            <a:avLst/>
          </a:prstGeom>
        </p:spPr>
        <p:txBody>
          <a:bodyPr vert="horz" lIns="137160" tIns="45720" rIns="137160" bIns="45720" rtlCol="0" anchor="ctr">
            <a:normAutofit/>
          </a:bodyPr>
          <a:lstStyle>
            <a:lvl1pPr marL="0" indent="0" algn="l" defTabSz="914400" rtl="0" eaLnBrk="1" latinLnBrk="0" hangingPunct="1">
              <a:lnSpc>
                <a:spcPct val="90000"/>
              </a:lnSpc>
              <a:spcBef>
                <a:spcPts val="0"/>
              </a:spcBef>
              <a:spcAft>
                <a:spcPts val="0"/>
              </a:spcAft>
              <a:buClr>
                <a:schemeClr val="tx1"/>
              </a:buClr>
              <a:buSzPct val="100000"/>
              <a:buFont typeface="Arial" panose="020B0604020202020204" pitchFamily="34" charset="0"/>
              <a:buNone/>
              <a:defRPr kumimoji="0" lang="en-US" sz="2800" b="1" i="0" u="none" strike="noStrike" kern="0" cap="none" spc="0" normalizeH="0" baseline="0">
                <a:ln>
                  <a:noFill/>
                </a:ln>
                <a:solidFill>
                  <a:srgbClr val="5B9BD5"/>
                </a:solidFill>
                <a:effectLst/>
                <a:highlight>
                  <a:srgbClr val="FFFFFF"/>
                </a:highlight>
                <a:uLnTx/>
                <a:uFillTx/>
                <a:latin typeface="Calibri" panose="020F0502020204030204" pitchFamily="34" charset="0"/>
                <a:ea typeface="+mn-ea"/>
                <a:cs typeface="Calibri" panose="020F0502020204030204" pitchFamily="34" charset="0"/>
              </a:defRPr>
            </a:lvl1pPr>
            <a:lvl2pPr marL="457200" indent="0" algn="l" defTabSz="914400" rtl="0" eaLnBrk="1" latinLnBrk="0" hangingPunct="1">
              <a:lnSpc>
                <a:spcPct val="90000"/>
              </a:lnSpc>
              <a:spcBef>
                <a:spcPts val="200"/>
              </a:spcBef>
              <a:spcAft>
                <a:spcPts val="400"/>
              </a:spcAft>
              <a:buClr>
                <a:schemeClr val="tx1"/>
              </a:buClr>
              <a:buFont typeface="Wingdings 3" pitchFamily="18" charset="2"/>
              <a:buNone/>
              <a:defRPr sz="2000" b="1" kern="1200">
                <a:solidFill>
                  <a:schemeClr val="tx1"/>
                </a:solidFill>
                <a:latin typeface="Calibri" panose="020F0502020204030204" pitchFamily="34" charset="0"/>
                <a:ea typeface="+mn-ea"/>
                <a:cs typeface="Calibri" panose="020F0502020204030204" pitchFamily="34" charset="0"/>
              </a:defRPr>
            </a:lvl2pPr>
            <a:lvl3pPr marL="914400" indent="0" algn="l" defTabSz="914400" rtl="0" eaLnBrk="1" latinLnBrk="0" hangingPunct="1">
              <a:lnSpc>
                <a:spcPct val="90000"/>
              </a:lnSpc>
              <a:spcBef>
                <a:spcPts val="200"/>
              </a:spcBef>
              <a:spcAft>
                <a:spcPts val="400"/>
              </a:spcAft>
              <a:buClr>
                <a:schemeClr val="tx1"/>
              </a:buClr>
              <a:buFont typeface="Wingdings 3" pitchFamily="18" charset="2"/>
              <a:buNone/>
              <a:defRPr sz="1800" b="1" kern="1200">
                <a:solidFill>
                  <a:schemeClr val="tx1"/>
                </a:solidFill>
                <a:latin typeface="Calibri" panose="020F0502020204030204" pitchFamily="34" charset="0"/>
                <a:ea typeface="+mn-ea"/>
                <a:cs typeface="Calibri" panose="020F0502020204030204" pitchFamily="34" charset="0"/>
              </a:defRPr>
            </a:lvl3pPr>
            <a:lvl4pPr marL="13716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Calibri" panose="020F0502020204030204" pitchFamily="34" charset="0"/>
                <a:ea typeface="+mn-ea"/>
                <a:cs typeface="Calibri" panose="020F0502020204030204" pitchFamily="34" charset="0"/>
              </a:defRPr>
            </a:lvl4pPr>
            <a:lvl5pPr marL="1828800" indent="0" algn="l" defTabSz="914400" rtl="0" eaLnBrk="1" latinLnBrk="0" hangingPunct="1">
              <a:lnSpc>
                <a:spcPct val="90000"/>
              </a:lnSpc>
              <a:spcBef>
                <a:spcPts val="200"/>
              </a:spcBef>
              <a:spcAft>
                <a:spcPts val="400"/>
              </a:spcAft>
              <a:buClr>
                <a:schemeClr val="tx1"/>
              </a:buClr>
              <a:buFont typeface="Wingdings 3"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2"/>
              </a:buClr>
              <a:buFont typeface="Wingdings 3" pitchFamily="18" charset="2"/>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
                <a:srgbClr val="2E2B21"/>
              </a:buClr>
              <a:buSzPct val="100000"/>
              <a:buFont typeface="Arial" panose="020B0604020202020204" pitchFamily="34" charset="0"/>
              <a:buNone/>
              <a:tabLst/>
              <a:defRPr/>
            </a:pPr>
            <a:r>
              <a:rPr kumimoji="0" lang="fr-FR" sz="2800" b="1" i="0" u="sng" strike="noStrike" kern="0" cap="none" spc="0" normalizeH="0" baseline="0" noProof="0" dirty="0">
                <a:ln>
                  <a:noFill/>
                </a:ln>
                <a:solidFill>
                  <a:srgbClr val="5B9BD5"/>
                </a:solidFill>
                <a:effectLst/>
                <a:highlight>
                  <a:srgbClr val="FFFFFF"/>
                </a:highlight>
                <a:uLnTx/>
                <a:uFillTx/>
                <a:latin typeface="Calibri" panose="020F0502020204030204" pitchFamily="34" charset="0"/>
                <a:ea typeface="+mn-ea"/>
                <a:cs typeface="Calibri" panose="020F0502020204030204" pitchFamily="34" charset="0"/>
              </a:rPr>
              <a:t>Optimisation par la descente de gradient </a:t>
            </a:r>
          </a:p>
        </p:txBody>
      </p:sp>
      <p:pic>
        <p:nvPicPr>
          <p:cNvPr id="4" name="Picture 2" descr="Descente de gradient avec Python et R – INNOVATE SOLUTION">
            <a:extLst>
              <a:ext uri="{FF2B5EF4-FFF2-40B4-BE49-F238E27FC236}">
                <a16:creationId xmlns:a16="http://schemas.microsoft.com/office/drawing/2014/main" id="{5AD3C91C-C1F1-933D-BBF7-F0B58D9F1B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2191" y="4065253"/>
            <a:ext cx="3920071" cy="274229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0E707252-8695-F91D-0E67-2266A0E5327D}"/>
              </a:ext>
            </a:extLst>
          </p:cNvPr>
          <p:cNvPicPr>
            <a:picLocks noChangeAspect="1"/>
          </p:cNvPicPr>
          <p:nvPr/>
        </p:nvPicPr>
        <p:blipFill rotWithShape="1">
          <a:blip r:embed="rId3"/>
          <a:srcRect b="8351"/>
          <a:stretch/>
        </p:blipFill>
        <p:spPr>
          <a:xfrm>
            <a:off x="1126699" y="5241638"/>
            <a:ext cx="3415572" cy="1616362"/>
          </a:xfrm>
          <a:prstGeom prst="rect">
            <a:avLst/>
          </a:prstGeom>
        </p:spPr>
      </p:pic>
      <p:sp>
        <p:nvSpPr>
          <p:cNvPr id="8" name="TextBox 7">
            <a:extLst>
              <a:ext uri="{FF2B5EF4-FFF2-40B4-BE49-F238E27FC236}">
                <a16:creationId xmlns:a16="http://schemas.microsoft.com/office/drawing/2014/main" id="{255C6AE3-0137-B7E8-6F25-EACB8AD65865}"/>
              </a:ext>
            </a:extLst>
          </p:cNvPr>
          <p:cNvSpPr txBox="1"/>
          <p:nvPr/>
        </p:nvSpPr>
        <p:spPr>
          <a:xfrm>
            <a:off x="145915" y="4511152"/>
            <a:ext cx="5863895" cy="923330"/>
          </a:xfrm>
          <a:prstGeom prst="rect">
            <a:avLst/>
          </a:prstGeom>
          <a:noFill/>
        </p:spPr>
        <p:txBody>
          <a:bodyPr wrap="square">
            <a:spAutoFit/>
          </a:bodyPr>
          <a:lstStyle/>
          <a:p>
            <a:pPr marL="502920" lvl="3" indent="0">
              <a:buNone/>
            </a:pPr>
            <a:r>
              <a:rPr lang="fr-FR" sz="1800" dirty="0"/>
              <a:t>La taille du pas est contrôlée par le taux </a:t>
            </a:r>
            <a:br>
              <a:rPr lang="fr-FR" sz="1800" dirty="0"/>
            </a:br>
            <a:r>
              <a:rPr lang="fr-FR" sz="1800" dirty="0"/>
              <a:t>d'apprentissage (</a:t>
            </a:r>
            <a:r>
              <a:rPr lang="en-US" sz="1800" dirty="0"/>
              <a:t>learning rate)</a:t>
            </a:r>
            <a:r>
              <a:rPr lang="fr-FR" sz="1800" dirty="0"/>
              <a:t>, qui détermine </a:t>
            </a:r>
            <a:br>
              <a:rPr lang="fr-FR" sz="1800" dirty="0"/>
            </a:br>
            <a:r>
              <a:rPr lang="fr-FR" sz="1800" dirty="0"/>
              <a:t>à quelle vitesse l'algorithme se déplace vers le minimum.</a:t>
            </a:r>
          </a:p>
        </p:txBody>
      </p:sp>
    </p:spTree>
    <p:extLst>
      <p:ext uri="{BB962C8B-B14F-4D97-AF65-F5344CB8AC3E}">
        <p14:creationId xmlns:p14="http://schemas.microsoft.com/office/powerpoint/2010/main" val="8602706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E1D07A-A31A-8AB9-B6B6-638DBF8E539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47E47667-8CE3-466C-B745-9411E1CE3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DF44D33-97EB-4277-B538-B458E3FD16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258" y="620720"/>
            <a:ext cx="7315732" cy="55931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8574CC1-8485-9262-36FE-2701D46BE2DD}"/>
              </a:ext>
            </a:extLst>
          </p:cNvPr>
          <p:cNvSpPr>
            <a:spLocks noGrp="1"/>
          </p:cNvSpPr>
          <p:nvPr>
            <p:ph type="ctrTitle"/>
          </p:nvPr>
        </p:nvSpPr>
        <p:spPr>
          <a:xfrm>
            <a:off x="1079946" y="1105351"/>
            <a:ext cx="6420707" cy="3023981"/>
          </a:xfrm>
        </p:spPr>
        <p:txBody>
          <a:bodyPr anchor="b">
            <a:normAutofit/>
          </a:bodyPr>
          <a:lstStyle/>
          <a:p>
            <a:pPr algn="l"/>
            <a:r>
              <a:rPr lang="fr-FR" sz="4800" dirty="0">
                <a:solidFill>
                  <a:schemeClr val="tx1"/>
                </a:solidFill>
              </a:rPr>
              <a:t>Le modèle SVM </a:t>
            </a:r>
            <a:br>
              <a:rPr lang="fr-FR" sz="4800" dirty="0">
                <a:solidFill>
                  <a:schemeClr val="tx1"/>
                </a:solidFill>
              </a:rPr>
            </a:br>
            <a:r>
              <a:rPr lang="en-US" sz="4800" dirty="0">
                <a:solidFill>
                  <a:schemeClr val="tx1"/>
                </a:solidFill>
              </a:rPr>
              <a:t>support vector machine </a:t>
            </a:r>
          </a:p>
        </p:txBody>
      </p:sp>
      <p:cxnSp>
        <p:nvCxnSpPr>
          <p:cNvPr id="14" name="Straight Connector 13">
            <a:extLst>
              <a:ext uri="{FF2B5EF4-FFF2-40B4-BE49-F238E27FC236}">
                <a16:creationId xmlns:a16="http://schemas.microsoft.com/office/drawing/2014/main" id="{11534F52-E710-4998-921B-6147812C18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79946"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19D0A23D-BBDB-4BEA-8515-A7D0DF9B30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6334" y="620720"/>
            <a:ext cx="3425490" cy="559316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03340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E92CF74-C67E-42BF-9143-1FB958FBA2D4}"/>
              </a:ext>
            </a:extLst>
          </p:cNvPr>
          <p:cNvPicPr>
            <a:picLocks noChangeAspect="1"/>
          </p:cNvPicPr>
          <p:nvPr/>
        </p:nvPicPr>
        <p:blipFill>
          <a:blip r:embed="rId2"/>
          <a:stretch>
            <a:fillRect/>
          </a:stretch>
        </p:blipFill>
        <p:spPr>
          <a:xfrm flipH="1">
            <a:off x="8899451" y="3968860"/>
            <a:ext cx="2771487" cy="2599390"/>
          </a:xfrm>
          <a:prstGeom prst="rect">
            <a:avLst/>
          </a:prstGeom>
        </p:spPr>
      </p:pic>
      <p:sp>
        <p:nvSpPr>
          <p:cNvPr id="2" name="Title 1">
            <a:extLst>
              <a:ext uri="{FF2B5EF4-FFF2-40B4-BE49-F238E27FC236}">
                <a16:creationId xmlns:a16="http://schemas.microsoft.com/office/drawing/2014/main" id="{920ECD5F-9138-4580-9180-EB85300F8567}"/>
              </a:ext>
            </a:extLst>
          </p:cNvPr>
          <p:cNvSpPr>
            <a:spLocks noGrp="1"/>
          </p:cNvSpPr>
          <p:nvPr>
            <p:ph type="title"/>
          </p:nvPr>
        </p:nvSpPr>
        <p:spPr/>
        <p:txBody>
          <a:bodyPr/>
          <a:lstStyle/>
          <a:p>
            <a:r>
              <a:rPr lang="fr-FR" dirty="0"/>
              <a:t>SVM </a:t>
            </a:r>
            <a:r>
              <a:rPr lang="en-US" dirty="0"/>
              <a:t>support vector machine </a:t>
            </a:r>
            <a:endParaRPr lang="fr-FR" dirty="0"/>
          </a:p>
        </p:txBody>
      </p:sp>
      <p:sp>
        <p:nvSpPr>
          <p:cNvPr id="3" name="Content Placeholder 2">
            <a:extLst>
              <a:ext uri="{FF2B5EF4-FFF2-40B4-BE49-F238E27FC236}">
                <a16:creationId xmlns:a16="http://schemas.microsoft.com/office/drawing/2014/main" id="{5DC452CA-68CF-405D-AAB8-0457EFF27963}"/>
              </a:ext>
            </a:extLst>
          </p:cNvPr>
          <p:cNvSpPr>
            <a:spLocks noGrp="1"/>
          </p:cNvSpPr>
          <p:nvPr>
            <p:ph idx="1"/>
          </p:nvPr>
        </p:nvSpPr>
        <p:spPr>
          <a:xfrm>
            <a:off x="1024128" y="2084832"/>
            <a:ext cx="10846447" cy="4224528"/>
          </a:xfrm>
        </p:spPr>
        <p:txBody>
          <a:bodyPr>
            <a:normAutofit/>
          </a:bodyPr>
          <a:lstStyle/>
          <a:p>
            <a:pPr>
              <a:buFont typeface="Wingdings" panose="05000000000000000000" pitchFamily="2" charset="2"/>
              <a:buChar char="§"/>
            </a:pPr>
            <a:r>
              <a:rPr lang="fr-FR" dirty="0"/>
              <a:t>Le SVM (Support </a:t>
            </a:r>
            <a:r>
              <a:rPr lang="fr-FR" dirty="0" err="1"/>
              <a:t>Vector</a:t>
            </a:r>
            <a:r>
              <a:rPr lang="fr-FR" dirty="0"/>
              <a:t> Machine) est une famille d’algorithmes d’apprentissage automatique couramment utilisée pour résoudre des problèmes de </a:t>
            </a:r>
            <a:r>
              <a:rPr lang="fr-FR" b="1" dirty="0"/>
              <a:t>classification</a:t>
            </a:r>
            <a:r>
              <a:rPr lang="fr-FR" dirty="0"/>
              <a:t>, de </a:t>
            </a:r>
            <a:r>
              <a:rPr lang="fr-FR" b="1" dirty="0"/>
              <a:t>régression</a:t>
            </a:r>
            <a:r>
              <a:rPr lang="fr-FR" dirty="0"/>
              <a:t> ou de </a:t>
            </a:r>
            <a:r>
              <a:rPr lang="fr-FR" b="1" dirty="0"/>
              <a:t>détection d’anomalies</a:t>
            </a:r>
            <a:r>
              <a:rPr lang="fr-FR" dirty="0"/>
              <a:t>. </a:t>
            </a:r>
          </a:p>
          <a:p>
            <a:pPr>
              <a:buFont typeface="Wingdings" panose="05000000000000000000" pitchFamily="2" charset="2"/>
              <a:buChar char="§"/>
            </a:pPr>
            <a:r>
              <a:rPr lang="fr-FR" dirty="0"/>
              <a:t>L’objectif de l’algorithme SVM est de trouver un hyperplan dans un espace N-dimensionnel (N : le nombre de caractéristiques) qui permette de </a:t>
            </a:r>
            <a:r>
              <a:rPr lang="fr-FR" b="1" dirty="0"/>
              <a:t>classer distinctement les points de données</a:t>
            </a:r>
            <a:r>
              <a:rPr lang="fr-FR" dirty="0"/>
              <a:t>.</a:t>
            </a:r>
          </a:p>
        </p:txBody>
      </p:sp>
      <p:pic>
        <p:nvPicPr>
          <p:cNvPr id="5" name="Picture 4">
            <a:extLst>
              <a:ext uri="{FF2B5EF4-FFF2-40B4-BE49-F238E27FC236}">
                <a16:creationId xmlns:a16="http://schemas.microsoft.com/office/drawing/2014/main" id="{ECCC953F-7257-4216-5C89-F76DBF7007A8}"/>
              </a:ext>
            </a:extLst>
          </p:cNvPr>
          <p:cNvPicPr>
            <a:picLocks noChangeAspect="1"/>
          </p:cNvPicPr>
          <p:nvPr/>
        </p:nvPicPr>
        <p:blipFill>
          <a:blip r:embed="rId3"/>
          <a:stretch>
            <a:fillRect/>
          </a:stretch>
        </p:blipFill>
        <p:spPr>
          <a:xfrm>
            <a:off x="2493207" y="4250799"/>
            <a:ext cx="4441122" cy="2317451"/>
          </a:xfrm>
          <a:prstGeom prst="rect">
            <a:avLst/>
          </a:prstGeom>
        </p:spPr>
      </p:pic>
      <p:sp>
        <p:nvSpPr>
          <p:cNvPr id="9" name="TextBox 8">
            <a:extLst>
              <a:ext uri="{FF2B5EF4-FFF2-40B4-BE49-F238E27FC236}">
                <a16:creationId xmlns:a16="http://schemas.microsoft.com/office/drawing/2014/main" id="{38A2985F-F572-D5A7-F56D-4B0C3DC4FE28}"/>
              </a:ext>
            </a:extLst>
          </p:cNvPr>
          <p:cNvSpPr txBox="1"/>
          <p:nvPr/>
        </p:nvSpPr>
        <p:spPr>
          <a:xfrm>
            <a:off x="478625" y="4297680"/>
            <a:ext cx="1863011" cy="369332"/>
          </a:xfrm>
          <a:prstGeom prst="rect">
            <a:avLst/>
          </a:prstGeom>
          <a:noFill/>
        </p:spPr>
        <p:txBody>
          <a:bodyPr wrap="none" rtlCol="0">
            <a:spAutoFit/>
          </a:bodyPr>
          <a:lstStyle/>
          <a:p>
            <a:r>
              <a:rPr lang="fr-FR" dirty="0"/>
              <a:t>Visualisation in 2D</a:t>
            </a:r>
          </a:p>
        </p:txBody>
      </p:sp>
      <p:sp>
        <p:nvSpPr>
          <p:cNvPr id="10" name="TextBox 9">
            <a:extLst>
              <a:ext uri="{FF2B5EF4-FFF2-40B4-BE49-F238E27FC236}">
                <a16:creationId xmlns:a16="http://schemas.microsoft.com/office/drawing/2014/main" id="{047525D0-E8C2-2246-9311-DC5A2DB6D859}"/>
              </a:ext>
            </a:extLst>
          </p:cNvPr>
          <p:cNvSpPr txBox="1"/>
          <p:nvPr/>
        </p:nvSpPr>
        <p:spPr>
          <a:xfrm>
            <a:off x="7184772" y="4457284"/>
            <a:ext cx="1887055" cy="369332"/>
          </a:xfrm>
          <a:prstGeom prst="rect">
            <a:avLst/>
          </a:prstGeom>
          <a:noFill/>
        </p:spPr>
        <p:txBody>
          <a:bodyPr wrap="none" rtlCol="0">
            <a:spAutoFit/>
          </a:bodyPr>
          <a:lstStyle/>
          <a:p>
            <a:r>
              <a:rPr lang="fr-FR" dirty="0"/>
              <a:t>Visualisation in 3D</a:t>
            </a:r>
          </a:p>
        </p:txBody>
      </p:sp>
    </p:spTree>
    <p:extLst>
      <p:ext uri="{BB962C8B-B14F-4D97-AF65-F5344CB8AC3E}">
        <p14:creationId xmlns:p14="http://schemas.microsoft.com/office/powerpoint/2010/main" val="26831533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922A9-21FC-4443-AA22-171C98242163}"/>
              </a:ext>
            </a:extLst>
          </p:cNvPr>
          <p:cNvSpPr>
            <a:spLocks noGrp="1"/>
          </p:cNvSpPr>
          <p:nvPr>
            <p:ph type="title"/>
          </p:nvPr>
        </p:nvSpPr>
        <p:spPr/>
        <p:txBody>
          <a:bodyPr/>
          <a:lstStyle/>
          <a:p>
            <a:r>
              <a:rPr lang="fr-FR" dirty="0"/>
              <a:t>Frontière de décision (Decision </a:t>
            </a:r>
            <a:r>
              <a:rPr lang="fr-FR" dirty="0" err="1"/>
              <a:t>boundry</a:t>
            </a:r>
            <a:r>
              <a:rPr lang="fr-FR" dirty="0"/>
              <a:t>)</a:t>
            </a:r>
          </a:p>
        </p:txBody>
      </p:sp>
      <p:sp>
        <p:nvSpPr>
          <p:cNvPr id="3" name="Content Placeholder 2">
            <a:extLst>
              <a:ext uri="{FF2B5EF4-FFF2-40B4-BE49-F238E27FC236}">
                <a16:creationId xmlns:a16="http://schemas.microsoft.com/office/drawing/2014/main" id="{F296A3E6-49A7-4FFC-9BBB-DB70014B98A3}"/>
              </a:ext>
            </a:extLst>
          </p:cNvPr>
          <p:cNvSpPr>
            <a:spLocks noGrp="1"/>
          </p:cNvSpPr>
          <p:nvPr>
            <p:ph idx="1"/>
          </p:nvPr>
        </p:nvSpPr>
        <p:spPr/>
        <p:txBody>
          <a:bodyPr/>
          <a:lstStyle/>
          <a:p>
            <a:r>
              <a:rPr lang="fr-FR" dirty="0"/>
              <a:t>Jeu de données pouvant être séparé par une droite</a:t>
            </a:r>
          </a:p>
          <a:p>
            <a:r>
              <a:rPr lang="fr-FR" dirty="0"/>
              <a:t>Comment séparer les classes ?</a:t>
            </a:r>
          </a:p>
          <a:p>
            <a:r>
              <a:rPr lang="fr-FR" b="1" dirty="0"/>
              <a:t>Trouver la frontière de décision optimale</a:t>
            </a:r>
          </a:p>
        </p:txBody>
      </p:sp>
      <p:pic>
        <p:nvPicPr>
          <p:cNvPr id="5" name="Picture 4">
            <a:extLst>
              <a:ext uri="{FF2B5EF4-FFF2-40B4-BE49-F238E27FC236}">
                <a16:creationId xmlns:a16="http://schemas.microsoft.com/office/drawing/2014/main" id="{0AA488A7-A870-47EB-9BA7-44E8D69D6B24}"/>
              </a:ext>
            </a:extLst>
          </p:cNvPr>
          <p:cNvPicPr>
            <a:picLocks noChangeAspect="1"/>
          </p:cNvPicPr>
          <p:nvPr/>
        </p:nvPicPr>
        <p:blipFill>
          <a:blip r:embed="rId2"/>
          <a:stretch>
            <a:fillRect/>
          </a:stretch>
        </p:blipFill>
        <p:spPr>
          <a:xfrm>
            <a:off x="2935573" y="3592179"/>
            <a:ext cx="5404295" cy="3265821"/>
          </a:xfrm>
          <a:prstGeom prst="rect">
            <a:avLst/>
          </a:prstGeom>
        </p:spPr>
      </p:pic>
      <p:cxnSp>
        <p:nvCxnSpPr>
          <p:cNvPr id="7" name="Straight Connector 6">
            <a:extLst>
              <a:ext uri="{FF2B5EF4-FFF2-40B4-BE49-F238E27FC236}">
                <a16:creationId xmlns:a16="http://schemas.microsoft.com/office/drawing/2014/main" id="{AE243785-3ACC-4C3A-9E67-A9D543BC81E2}"/>
              </a:ext>
            </a:extLst>
          </p:cNvPr>
          <p:cNvCxnSpPr>
            <a:cxnSpLocks/>
          </p:cNvCxnSpPr>
          <p:nvPr/>
        </p:nvCxnSpPr>
        <p:spPr>
          <a:xfrm>
            <a:off x="4481543" y="4110037"/>
            <a:ext cx="1991032" cy="1836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0CEB9BE-59EA-475B-98D4-08D34C6AD6A3}"/>
              </a:ext>
            </a:extLst>
          </p:cNvPr>
          <p:cNvCxnSpPr>
            <a:cxnSpLocks/>
          </p:cNvCxnSpPr>
          <p:nvPr/>
        </p:nvCxnSpPr>
        <p:spPr>
          <a:xfrm>
            <a:off x="5372251" y="3822443"/>
            <a:ext cx="0" cy="241873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072D1DE-28E5-4491-A7C8-9032AF514532}"/>
              </a:ext>
            </a:extLst>
          </p:cNvPr>
          <p:cNvCxnSpPr>
            <a:cxnSpLocks/>
          </p:cNvCxnSpPr>
          <p:nvPr/>
        </p:nvCxnSpPr>
        <p:spPr>
          <a:xfrm>
            <a:off x="4142330" y="4500869"/>
            <a:ext cx="2654710" cy="1220353"/>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79A6B87A-E027-951C-BF07-EF79A1F74445}"/>
              </a:ext>
            </a:extLst>
          </p:cNvPr>
          <p:cNvPicPr>
            <a:picLocks noChangeAspect="1"/>
          </p:cNvPicPr>
          <p:nvPr/>
        </p:nvPicPr>
        <p:blipFill>
          <a:blip r:embed="rId3"/>
          <a:stretch>
            <a:fillRect/>
          </a:stretch>
        </p:blipFill>
        <p:spPr>
          <a:xfrm flipH="1">
            <a:off x="8899451" y="3968860"/>
            <a:ext cx="2771487" cy="2599390"/>
          </a:xfrm>
          <a:prstGeom prst="rect">
            <a:avLst/>
          </a:prstGeom>
        </p:spPr>
      </p:pic>
    </p:spTree>
    <p:extLst>
      <p:ext uri="{BB962C8B-B14F-4D97-AF65-F5344CB8AC3E}">
        <p14:creationId xmlns:p14="http://schemas.microsoft.com/office/powerpoint/2010/main" val="2325174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922A9-21FC-4443-AA22-171C98242163}"/>
              </a:ext>
            </a:extLst>
          </p:cNvPr>
          <p:cNvSpPr>
            <a:spLocks noGrp="1"/>
          </p:cNvSpPr>
          <p:nvPr>
            <p:ph type="title"/>
          </p:nvPr>
        </p:nvSpPr>
        <p:spPr/>
        <p:txBody>
          <a:bodyPr/>
          <a:lstStyle/>
          <a:p>
            <a:r>
              <a:rPr lang="fr-FR" dirty="0"/>
              <a:t>Frontière de décision (Decision </a:t>
            </a:r>
            <a:r>
              <a:rPr lang="fr-FR" dirty="0" err="1"/>
              <a:t>boundry</a:t>
            </a:r>
            <a:r>
              <a:rPr lang="fr-FR" dirty="0"/>
              <a:t>)</a:t>
            </a:r>
          </a:p>
        </p:txBody>
      </p:sp>
      <p:sp>
        <p:nvSpPr>
          <p:cNvPr id="3" name="Content Placeholder 2">
            <a:extLst>
              <a:ext uri="{FF2B5EF4-FFF2-40B4-BE49-F238E27FC236}">
                <a16:creationId xmlns:a16="http://schemas.microsoft.com/office/drawing/2014/main" id="{F296A3E6-49A7-4FFC-9BBB-DB70014B98A3}"/>
              </a:ext>
            </a:extLst>
          </p:cNvPr>
          <p:cNvSpPr>
            <a:spLocks noGrp="1"/>
          </p:cNvSpPr>
          <p:nvPr>
            <p:ph idx="1"/>
          </p:nvPr>
        </p:nvSpPr>
        <p:spPr/>
        <p:txBody>
          <a:bodyPr/>
          <a:lstStyle/>
          <a:p>
            <a:pPr>
              <a:buFont typeface="Wingdings" panose="05000000000000000000" pitchFamily="2" charset="2"/>
              <a:buChar char="§"/>
            </a:pPr>
            <a:r>
              <a:rPr lang="fr-FR" dirty="0"/>
              <a:t>Les régions de décision représentant les points de données des différentes catégories ou classes sont séparées par des surfaces appelées </a:t>
            </a:r>
            <a:r>
              <a:rPr lang="fr-FR" b="1" dirty="0"/>
              <a:t>frontières de décision</a:t>
            </a:r>
            <a:r>
              <a:rPr lang="fr-FR" dirty="0"/>
              <a:t>.</a:t>
            </a:r>
            <a:endParaRPr lang="en-US" dirty="0"/>
          </a:p>
        </p:txBody>
      </p:sp>
      <p:pic>
        <p:nvPicPr>
          <p:cNvPr id="1026" name="Picture 2" descr="Support Vector Machines (SVMs): Important Derivations | by Diego Unzueta |  Towards Data Science">
            <a:extLst>
              <a:ext uri="{FF2B5EF4-FFF2-40B4-BE49-F238E27FC236}">
                <a16:creationId xmlns:a16="http://schemas.microsoft.com/office/drawing/2014/main" id="{83EFB774-E46B-04E6-011B-C491F54E1C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12781" y="3115049"/>
            <a:ext cx="3413051" cy="332375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A225F389-F9AD-BA05-C5A0-F0446C59B7BA}"/>
              </a:ext>
            </a:extLst>
          </p:cNvPr>
          <p:cNvPicPr>
            <a:picLocks noChangeAspect="1"/>
          </p:cNvPicPr>
          <p:nvPr/>
        </p:nvPicPr>
        <p:blipFill>
          <a:blip r:embed="rId3"/>
          <a:stretch>
            <a:fillRect/>
          </a:stretch>
        </p:blipFill>
        <p:spPr>
          <a:xfrm flipH="1">
            <a:off x="8899451" y="3968860"/>
            <a:ext cx="2771487" cy="2599390"/>
          </a:xfrm>
          <a:prstGeom prst="rect">
            <a:avLst/>
          </a:prstGeom>
        </p:spPr>
      </p:pic>
      <p:sp>
        <p:nvSpPr>
          <p:cNvPr id="12" name="TextBox 11">
            <a:extLst>
              <a:ext uri="{FF2B5EF4-FFF2-40B4-BE49-F238E27FC236}">
                <a16:creationId xmlns:a16="http://schemas.microsoft.com/office/drawing/2014/main" id="{2ABA9D82-6F99-B5F3-7339-0D27E1618C61}"/>
              </a:ext>
            </a:extLst>
          </p:cNvPr>
          <p:cNvSpPr txBox="1"/>
          <p:nvPr/>
        </p:nvSpPr>
        <p:spPr>
          <a:xfrm>
            <a:off x="3442291" y="6568250"/>
            <a:ext cx="6097772" cy="230832"/>
          </a:xfrm>
          <a:prstGeom prst="rect">
            <a:avLst/>
          </a:prstGeom>
          <a:noFill/>
        </p:spPr>
        <p:txBody>
          <a:bodyPr wrap="square">
            <a:spAutoFit/>
          </a:bodyPr>
          <a:lstStyle/>
          <a:p>
            <a:r>
              <a:rPr lang="en-US" sz="900" dirty="0"/>
              <a:t>Image source: towardsdatascience.com/support-vector-machines-svms-important-derivations-4f50d1e3d4d2</a:t>
            </a:r>
          </a:p>
        </p:txBody>
      </p:sp>
      <p:sp>
        <p:nvSpPr>
          <p:cNvPr id="6" name="TextBox 5">
            <a:extLst>
              <a:ext uri="{FF2B5EF4-FFF2-40B4-BE49-F238E27FC236}">
                <a16:creationId xmlns:a16="http://schemas.microsoft.com/office/drawing/2014/main" id="{C2363B66-5CD6-8C5D-E267-3E114DC20B8D}"/>
              </a:ext>
            </a:extLst>
          </p:cNvPr>
          <p:cNvSpPr txBox="1"/>
          <p:nvPr/>
        </p:nvSpPr>
        <p:spPr>
          <a:xfrm>
            <a:off x="4260514" y="2976549"/>
            <a:ext cx="6130636" cy="276999"/>
          </a:xfrm>
          <a:prstGeom prst="rect">
            <a:avLst/>
          </a:prstGeom>
          <a:noFill/>
        </p:spPr>
        <p:txBody>
          <a:bodyPr wrap="square">
            <a:spAutoFit/>
          </a:bodyPr>
          <a:lstStyle/>
          <a:p>
            <a:r>
              <a:rPr lang="en-US" sz="1200" b="1" dirty="0">
                <a:solidFill>
                  <a:srgbClr val="FF0000"/>
                </a:solidFill>
              </a:rPr>
              <a:t>Frontière de </a:t>
            </a:r>
            <a:r>
              <a:rPr lang="en-US" sz="1200" b="1" dirty="0" err="1">
                <a:solidFill>
                  <a:srgbClr val="FF0000"/>
                </a:solidFill>
              </a:rPr>
              <a:t>décision</a:t>
            </a:r>
            <a:endParaRPr lang="en-US" sz="1200" b="1" dirty="0">
              <a:solidFill>
                <a:srgbClr val="FF0000"/>
              </a:solidFill>
            </a:endParaRPr>
          </a:p>
        </p:txBody>
      </p:sp>
      <p:sp>
        <p:nvSpPr>
          <p:cNvPr id="7" name="TextBox 6">
            <a:extLst>
              <a:ext uri="{FF2B5EF4-FFF2-40B4-BE49-F238E27FC236}">
                <a16:creationId xmlns:a16="http://schemas.microsoft.com/office/drawing/2014/main" id="{F390B912-12A2-33F1-C690-66F5F6E85B8D}"/>
              </a:ext>
            </a:extLst>
          </p:cNvPr>
          <p:cNvSpPr txBox="1"/>
          <p:nvPr/>
        </p:nvSpPr>
        <p:spPr>
          <a:xfrm>
            <a:off x="4522123" y="3814653"/>
            <a:ext cx="5692361" cy="276999"/>
          </a:xfrm>
          <a:prstGeom prst="rect">
            <a:avLst/>
          </a:prstGeom>
          <a:noFill/>
        </p:spPr>
        <p:txBody>
          <a:bodyPr wrap="square">
            <a:spAutoFit/>
          </a:bodyPr>
          <a:lstStyle/>
          <a:p>
            <a:r>
              <a:rPr lang="en-US" sz="1200" b="1" dirty="0">
                <a:solidFill>
                  <a:srgbClr val="FF0000"/>
                </a:solidFill>
              </a:rPr>
              <a:t>Marges</a:t>
            </a:r>
          </a:p>
        </p:txBody>
      </p:sp>
      <p:sp>
        <p:nvSpPr>
          <p:cNvPr id="8" name="TextBox 7">
            <a:extLst>
              <a:ext uri="{FF2B5EF4-FFF2-40B4-BE49-F238E27FC236}">
                <a16:creationId xmlns:a16="http://schemas.microsoft.com/office/drawing/2014/main" id="{5A736298-5B09-B485-1FD0-9D2C92B78934}"/>
              </a:ext>
            </a:extLst>
          </p:cNvPr>
          <p:cNvSpPr txBox="1"/>
          <p:nvPr/>
        </p:nvSpPr>
        <p:spPr>
          <a:xfrm>
            <a:off x="5704840" y="5192285"/>
            <a:ext cx="6130636" cy="276999"/>
          </a:xfrm>
          <a:prstGeom prst="rect">
            <a:avLst/>
          </a:prstGeom>
          <a:noFill/>
        </p:spPr>
        <p:txBody>
          <a:bodyPr wrap="square">
            <a:spAutoFit/>
          </a:bodyPr>
          <a:lstStyle/>
          <a:p>
            <a:r>
              <a:rPr lang="en-US" sz="1200" b="1" dirty="0" err="1">
                <a:solidFill>
                  <a:srgbClr val="FF0000"/>
                </a:solidFill>
              </a:rPr>
              <a:t>Vecteurs</a:t>
            </a:r>
            <a:r>
              <a:rPr lang="en-US" sz="1200" b="1" dirty="0">
                <a:solidFill>
                  <a:srgbClr val="FF0000"/>
                </a:solidFill>
              </a:rPr>
              <a:t> de support</a:t>
            </a:r>
          </a:p>
        </p:txBody>
      </p:sp>
    </p:spTree>
    <p:extLst>
      <p:ext uri="{BB962C8B-B14F-4D97-AF65-F5344CB8AC3E}">
        <p14:creationId xmlns:p14="http://schemas.microsoft.com/office/powerpoint/2010/main" val="13467545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5B18B-9E0D-D64D-956B-202B7F6926BD}"/>
              </a:ext>
            </a:extLst>
          </p:cNvPr>
          <p:cNvSpPr>
            <a:spLocks noGrp="1"/>
          </p:cNvSpPr>
          <p:nvPr>
            <p:ph type="title"/>
          </p:nvPr>
        </p:nvSpPr>
        <p:spPr/>
        <p:txBody>
          <a:bodyPr/>
          <a:lstStyle/>
          <a:p>
            <a:r>
              <a:rPr lang="en-US" dirty="0" err="1"/>
              <a:t>Vecteurs</a:t>
            </a:r>
            <a:r>
              <a:rPr lang="en-US" dirty="0"/>
              <a:t> de support</a:t>
            </a:r>
          </a:p>
        </p:txBody>
      </p:sp>
      <p:sp>
        <p:nvSpPr>
          <p:cNvPr id="3" name="Content Placeholder 2">
            <a:extLst>
              <a:ext uri="{FF2B5EF4-FFF2-40B4-BE49-F238E27FC236}">
                <a16:creationId xmlns:a16="http://schemas.microsoft.com/office/drawing/2014/main" id="{3FEF731C-2B21-548F-E79B-BA03704FF36C}"/>
              </a:ext>
            </a:extLst>
          </p:cNvPr>
          <p:cNvSpPr>
            <a:spLocks noGrp="1"/>
          </p:cNvSpPr>
          <p:nvPr>
            <p:ph idx="1"/>
          </p:nvPr>
        </p:nvSpPr>
        <p:spPr>
          <a:xfrm>
            <a:off x="1024128" y="2286000"/>
            <a:ext cx="8135193" cy="4023360"/>
          </a:xfrm>
        </p:spPr>
        <p:txBody>
          <a:bodyPr>
            <a:normAutofit/>
          </a:bodyPr>
          <a:lstStyle/>
          <a:p>
            <a:pPr>
              <a:buFont typeface="Wingdings" panose="05000000000000000000" pitchFamily="2" charset="2"/>
              <a:buChar char="§"/>
            </a:pPr>
            <a:r>
              <a:rPr lang="fr-FR" dirty="0"/>
              <a:t>Les vecteurs de support sont </a:t>
            </a:r>
            <a:r>
              <a:rPr lang="fr-FR" b="1" dirty="0"/>
              <a:t>les points de données les plus proches de l’hyperplan dans chacune des classes </a:t>
            </a:r>
            <a:r>
              <a:rPr lang="fr-FR" dirty="0"/>
              <a:t>et qui </a:t>
            </a:r>
            <a:r>
              <a:rPr lang="fr-FR" b="1" dirty="0"/>
              <a:t>influencent la position ainsi que l’orientation de cet hyperplan</a:t>
            </a:r>
            <a:r>
              <a:rPr lang="fr-FR" dirty="0"/>
              <a:t>.</a:t>
            </a:r>
          </a:p>
          <a:p>
            <a:pPr>
              <a:buFont typeface="Wingdings" panose="05000000000000000000" pitchFamily="2" charset="2"/>
              <a:buChar char="§"/>
            </a:pPr>
            <a:r>
              <a:rPr lang="fr-FR" dirty="0"/>
              <a:t>Ce sont ces points qui </a:t>
            </a:r>
            <a:r>
              <a:rPr lang="fr-FR" b="1" dirty="0"/>
              <a:t>nous permettent de construire notre SVM</a:t>
            </a:r>
            <a:r>
              <a:rPr lang="fr-FR" dirty="0"/>
              <a:t>.</a:t>
            </a:r>
          </a:p>
          <a:p>
            <a:pPr>
              <a:buFont typeface="Wingdings" panose="05000000000000000000" pitchFamily="2" charset="2"/>
              <a:buChar char="§"/>
            </a:pPr>
            <a:r>
              <a:rPr lang="fr-FR" dirty="0"/>
              <a:t>En utilisant ces vecteurs de support, nous </a:t>
            </a:r>
            <a:r>
              <a:rPr lang="fr-FR" b="1" dirty="0"/>
              <a:t>maximisons la marge du classificateur</a:t>
            </a:r>
            <a:r>
              <a:rPr lang="fr-FR" dirty="0"/>
              <a:t>.</a:t>
            </a:r>
            <a:endParaRPr lang="en-US" dirty="0"/>
          </a:p>
          <a:p>
            <a:endParaRPr lang="en-US" dirty="0"/>
          </a:p>
        </p:txBody>
      </p:sp>
      <p:pic>
        <p:nvPicPr>
          <p:cNvPr id="12" name="Picture 2" descr="Support Vector Machines: What is an intuitive explanation of hyperplane? -  Quora">
            <a:extLst>
              <a:ext uri="{FF2B5EF4-FFF2-40B4-BE49-F238E27FC236}">
                <a16:creationId xmlns:a16="http://schemas.microsoft.com/office/drawing/2014/main" id="{B8839D5A-ED09-4FC9-7995-E6EFFC27A6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59321" y="1599053"/>
            <a:ext cx="2857500" cy="28194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241D5D54-7825-A351-CB25-402E33A70920}"/>
              </a:ext>
            </a:extLst>
          </p:cNvPr>
          <p:cNvPicPr>
            <a:picLocks noChangeAspect="1"/>
          </p:cNvPicPr>
          <p:nvPr/>
        </p:nvPicPr>
        <p:blipFill>
          <a:blip r:embed="rId3"/>
          <a:stretch>
            <a:fillRect/>
          </a:stretch>
        </p:blipFill>
        <p:spPr>
          <a:xfrm flipH="1">
            <a:off x="9346018" y="4387696"/>
            <a:ext cx="2324920" cy="2180553"/>
          </a:xfrm>
          <a:prstGeom prst="rect">
            <a:avLst/>
          </a:prstGeom>
        </p:spPr>
      </p:pic>
    </p:spTree>
    <p:extLst>
      <p:ext uri="{BB962C8B-B14F-4D97-AF65-F5344CB8AC3E}">
        <p14:creationId xmlns:p14="http://schemas.microsoft.com/office/powerpoint/2010/main" val="25457956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5B18B-9E0D-D64D-956B-202B7F6926BD}"/>
              </a:ext>
            </a:extLst>
          </p:cNvPr>
          <p:cNvSpPr>
            <a:spLocks noGrp="1"/>
          </p:cNvSpPr>
          <p:nvPr>
            <p:ph type="title"/>
          </p:nvPr>
        </p:nvSpPr>
        <p:spPr/>
        <p:txBody>
          <a:bodyPr/>
          <a:lstStyle/>
          <a:p>
            <a:r>
              <a:rPr lang="en-US" dirty="0" err="1"/>
              <a:t>hyperplan</a:t>
            </a:r>
            <a:r>
              <a:rPr lang="en-US" dirty="0"/>
              <a:t> optimal: </a:t>
            </a:r>
            <a:br>
              <a:rPr lang="en-US" dirty="0"/>
            </a:br>
            <a:r>
              <a:rPr lang="en-US" dirty="0" err="1"/>
              <a:t>Hyperplan</a:t>
            </a:r>
            <a:r>
              <a:rPr lang="en-US" dirty="0"/>
              <a:t> à marge </a:t>
            </a:r>
            <a:r>
              <a:rPr lang="en-US" dirty="0" err="1"/>
              <a:t>maximale</a:t>
            </a:r>
            <a:endParaRPr lang="en-US" dirty="0"/>
          </a:p>
        </p:txBody>
      </p:sp>
      <p:sp>
        <p:nvSpPr>
          <p:cNvPr id="3" name="Content Placeholder 2">
            <a:extLst>
              <a:ext uri="{FF2B5EF4-FFF2-40B4-BE49-F238E27FC236}">
                <a16:creationId xmlns:a16="http://schemas.microsoft.com/office/drawing/2014/main" id="{3FEF731C-2B21-548F-E79B-BA03704FF36C}"/>
              </a:ext>
            </a:extLst>
          </p:cNvPr>
          <p:cNvSpPr>
            <a:spLocks noGrp="1"/>
          </p:cNvSpPr>
          <p:nvPr>
            <p:ph idx="1"/>
          </p:nvPr>
        </p:nvSpPr>
        <p:spPr>
          <a:xfrm>
            <a:off x="1024128" y="2286000"/>
            <a:ext cx="8135193" cy="4023360"/>
          </a:xfrm>
        </p:spPr>
        <p:txBody>
          <a:bodyPr/>
          <a:lstStyle/>
          <a:p>
            <a:r>
              <a:rPr lang="en-US" dirty="0" err="1"/>
              <a:t>Selon</a:t>
            </a:r>
            <a:r>
              <a:rPr lang="en-US" dirty="0"/>
              <a:t> </a:t>
            </a:r>
            <a:r>
              <a:rPr lang="en-US" dirty="0" err="1"/>
              <a:t>l’algorithme</a:t>
            </a:r>
            <a:r>
              <a:rPr lang="en-US" dirty="0"/>
              <a:t> SVM :</a:t>
            </a:r>
          </a:p>
          <a:p>
            <a:pPr>
              <a:buFont typeface="Wingdings" panose="05000000000000000000" pitchFamily="2" charset="2"/>
              <a:buChar char="§"/>
            </a:pPr>
            <a:r>
              <a:rPr lang="fr-FR" dirty="0"/>
              <a:t> </a:t>
            </a:r>
            <a:r>
              <a:rPr lang="fr-FR" b="1" dirty="0"/>
              <a:t>Nous identifions les vecteurs de support</a:t>
            </a:r>
            <a:r>
              <a:rPr lang="fr-FR" dirty="0"/>
              <a:t>, c’est-à-dire les points les plus proches de la droite dans chacune des classes.</a:t>
            </a:r>
          </a:p>
          <a:p>
            <a:pPr>
              <a:buFont typeface="Wingdings" panose="05000000000000000000" pitchFamily="2" charset="2"/>
              <a:buChar char="§"/>
            </a:pPr>
            <a:r>
              <a:rPr lang="fr-FR" dirty="0"/>
              <a:t>Ensuite, </a:t>
            </a:r>
            <a:r>
              <a:rPr lang="fr-FR" b="1" dirty="0"/>
              <a:t>nous calculons la marge</a:t>
            </a:r>
            <a:r>
              <a:rPr lang="fr-FR" dirty="0"/>
              <a:t>, c’est-à-dire la distance entre la droite et les vecteurs de support.</a:t>
            </a:r>
          </a:p>
          <a:p>
            <a:pPr>
              <a:buFont typeface="Wingdings" panose="05000000000000000000" pitchFamily="2" charset="2"/>
              <a:buChar char="§"/>
            </a:pPr>
            <a:r>
              <a:rPr lang="fr-FR" b="1" dirty="0"/>
              <a:t>Notre objectif est de maximiser cette marge.</a:t>
            </a:r>
          </a:p>
          <a:p>
            <a:pPr>
              <a:buFont typeface="Wingdings" panose="05000000000000000000" pitchFamily="2" charset="2"/>
              <a:buChar char="§"/>
            </a:pPr>
            <a:r>
              <a:rPr lang="fr-FR" b="1" dirty="0"/>
              <a:t>L’hyperplan pour lequel la marge est maximale est appelé hyperplan optimal</a:t>
            </a:r>
            <a:endParaRPr lang="en-US" b="1" dirty="0"/>
          </a:p>
        </p:txBody>
      </p:sp>
      <p:pic>
        <p:nvPicPr>
          <p:cNvPr id="12" name="Picture 2" descr="Support Vector Machines: What is an intuitive explanation of hyperplane? -  Quora">
            <a:extLst>
              <a:ext uri="{FF2B5EF4-FFF2-40B4-BE49-F238E27FC236}">
                <a16:creationId xmlns:a16="http://schemas.microsoft.com/office/drawing/2014/main" id="{B8839D5A-ED09-4FC9-7995-E6EFFC27A6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59321" y="1599053"/>
            <a:ext cx="2857500" cy="28194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241D5D54-7825-A351-CB25-402E33A70920}"/>
              </a:ext>
            </a:extLst>
          </p:cNvPr>
          <p:cNvPicPr>
            <a:picLocks noChangeAspect="1"/>
          </p:cNvPicPr>
          <p:nvPr/>
        </p:nvPicPr>
        <p:blipFill>
          <a:blip r:embed="rId3"/>
          <a:stretch>
            <a:fillRect/>
          </a:stretch>
        </p:blipFill>
        <p:spPr>
          <a:xfrm flipH="1">
            <a:off x="9346018" y="4387696"/>
            <a:ext cx="2324920" cy="2180553"/>
          </a:xfrm>
          <a:prstGeom prst="rect">
            <a:avLst/>
          </a:prstGeom>
        </p:spPr>
      </p:pic>
    </p:spTree>
    <p:extLst>
      <p:ext uri="{BB962C8B-B14F-4D97-AF65-F5344CB8AC3E}">
        <p14:creationId xmlns:p14="http://schemas.microsoft.com/office/powerpoint/2010/main" val="2684548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8EADA-6821-4BD3-A090-C4F2770B0BF9}"/>
              </a:ext>
            </a:extLst>
          </p:cNvPr>
          <p:cNvSpPr>
            <a:spLocks noGrp="1"/>
          </p:cNvSpPr>
          <p:nvPr>
            <p:ph type="title"/>
          </p:nvPr>
        </p:nvSpPr>
        <p:spPr>
          <a:xfrm>
            <a:off x="1024128" y="585216"/>
            <a:ext cx="10646810" cy="1499616"/>
          </a:xfrm>
        </p:spPr>
        <p:txBody>
          <a:bodyPr/>
          <a:lstStyle/>
          <a:p>
            <a:r>
              <a:rPr lang="fr-FR" dirty="0"/>
              <a:t>Hyperplans positif, négatif &amp; à marge maximale</a:t>
            </a:r>
          </a:p>
        </p:txBody>
      </p:sp>
      <p:pic>
        <p:nvPicPr>
          <p:cNvPr id="5" name="Picture 4">
            <a:extLst>
              <a:ext uri="{FF2B5EF4-FFF2-40B4-BE49-F238E27FC236}">
                <a16:creationId xmlns:a16="http://schemas.microsoft.com/office/drawing/2014/main" id="{3AC43860-00CC-45AA-AEB5-9E68B2A957D6}"/>
              </a:ext>
            </a:extLst>
          </p:cNvPr>
          <p:cNvPicPr>
            <a:picLocks noChangeAspect="1"/>
          </p:cNvPicPr>
          <p:nvPr/>
        </p:nvPicPr>
        <p:blipFill>
          <a:blip r:embed="rId2"/>
          <a:stretch>
            <a:fillRect/>
          </a:stretch>
        </p:blipFill>
        <p:spPr>
          <a:xfrm>
            <a:off x="838200" y="1866192"/>
            <a:ext cx="8998974" cy="4445708"/>
          </a:xfrm>
          <a:prstGeom prst="rect">
            <a:avLst/>
          </a:prstGeom>
        </p:spPr>
      </p:pic>
      <p:sp>
        <p:nvSpPr>
          <p:cNvPr id="6" name="TextBox 5">
            <a:extLst>
              <a:ext uri="{FF2B5EF4-FFF2-40B4-BE49-F238E27FC236}">
                <a16:creationId xmlns:a16="http://schemas.microsoft.com/office/drawing/2014/main" id="{670194F0-E202-4481-84EF-05CEBFB707F2}"/>
              </a:ext>
            </a:extLst>
          </p:cNvPr>
          <p:cNvSpPr txBox="1"/>
          <p:nvPr/>
        </p:nvSpPr>
        <p:spPr>
          <a:xfrm>
            <a:off x="1081547" y="4701219"/>
            <a:ext cx="2187202" cy="369332"/>
          </a:xfrm>
          <a:prstGeom prst="rect">
            <a:avLst/>
          </a:prstGeom>
          <a:noFill/>
        </p:spPr>
        <p:txBody>
          <a:bodyPr wrap="none" rtlCol="0">
            <a:spAutoFit/>
          </a:bodyPr>
          <a:lstStyle/>
          <a:p>
            <a:r>
              <a:rPr lang="fr-FR" dirty="0">
                <a:solidFill>
                  <a:srgbClr val="FF0000"/>
                </a:solidFill>
              </a:rPr>
              <a:t>Negative </a:t>
            </a:r>
            <a:r>
              <a:rPr lang="fr-FR" dirty="0" err="1">
                <a:solidFill>
                  <a:srgbClr val="FF0000"/>
                </a:solidFill>
              </a:rPr>
              <a:t>Hyperplane</a:t>
            </a:r>
            <a:endParaRPr lang="fr-FR" dirty="0">
              <a:solidFill>
                <a:srgbClr val="FF0000"/>
              </a:solidFill>
            </a:endParaRPr>
          </a:p>
        </p:txBody>
      </p:sp>
      <p:sp>
        <p:nvSpPr>
          <p:cNvPr id="7" name="TextBox 6">
            <a:extLst>
              <a:ext uri="{FF2B5EF4-FFF2-40B4-BE49-F238E27FC236}">
                <a16:creationId xmlns:a16="http://schemas.microsoft.com/office/drawing/2014/main" id="{442C5D66-155D-4B88-8E96-25679394783C}"/>
              </a:ext>
            </a:extLst>
          </p:cNvPr>
          <p:cNvSpPr txBox="1"/>
          <p:nvPr/>
        </p:nvSpPr>
        <p:spPr>
          <a:xfrm>
            <a:off x="1081548" y="4331887"/>
            <a:ext cx="2016834" cy="369332"/>
          </a:xfrm>
          <a:prstGeom prst="rect">
            <a:avLst/>
          </a:prstGeom>
          <a:noFill/>
        </p:spPr>
        <p:txBody>
          <a:bodyPr wrap="none" rtlCol="0">
            <a:spAutoFit/>
          </a:bodyPr>
          <a:lstStyle/>
          <a:p>
            <a:r>
              <a:rPr lang="fr-FR" dirty="0">
                <a:solidFill>
                  <a:schemeClr val="accent6"/>
                </a:solidFill>
              </a:rPr>
              <a:t>Positive </a:t>
            </a:r>
            <a:r>
              <a:rPr lang="fr-FR" dirty="0" err="1">
                <a:solidFill>
                  <a:schemeClr val="accent6"/>
                </a:solidFill>
              </a:rPr>
              <a:t>Hyperplane</a:t>
            </a:r>
            <a:endParaRPr lang="fr-FR" dirty="0">
              <a:solidFill>
                <a:schemeClr val="accent6"/>
              </a:solidFill>
            </a:endParaRPr>
          </a:p>
        </p:txBody>
      </p:sp>
      <p:cxnSp>
        <p:nvCxnSpPr>
          <p:cNvPr id="9" name="Straight Arrow Connector 8">
            <a:extLst>
              <a:ext uri="{FF2B5EF4-FFF2-40B4-BE49-F238E27FC236}">
                <a16:creationId xmlns:a16="http://schemas.microsoft.com/office/drawing/2014/main" id="{2E37AF11-2B52-4132-81C3-4171C5059127}"/>
              </a:ext>
            </a:extLst>
          </p:cNvPr>
          <p:cNvCxnSpPr>
            <a:stCxn id="7" idx="3"/>
          </p:cNvCxnSpPr>
          <p:nvPr/>
        </p:nvCxnSpPr>
        <p:spPr>
          <a:xfrm flipV="1">
            <a:off x="3098382" y="3141406"/>
            <a:ext cx="2239305" cy="1375147"/>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10" name="Straight Arrow Connector 9">
            <a:extLst>
              <a:ext uri="{FF2B5EF4-FFF2-40B4-BE49-F238E27FC236}">
                <a16:creationId xmlns:a16="http://schemas.microsoft.com/office/drawing/2014/main" id="{E230908B-BAC7-4E27-AB83-A95F7F4BB7CF}"/>
              </a:ext>
            </a:extLst>
          </p:cNvPr>
          <p:cNvCxnSpPr>
            <a:cxnSpLocks/>
          </p:cNvCxnSpPr>
          <p:nvPr/>
        </p:nvCxnSpPr>
        <p:spPr>
          <a:xfrm flipV="1">
            <a:off x="2860041" y="3881700"/>
            <a:ext cx="2347404" cy="107350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pic>
        <p:nvPicPr>
          <p:cNvPr id="1026" name="Picture 2" descr="Support Vector Machines: What is an intuitive explanation of hyperplane? -  Quora">
            <a:extLst>
              <a:ext uri="{FF2B5EF4-FFF2-40B4-BE49-F238E27FC236}">
                <a16:creationId xmlns:a16="http://schemas.microsoft.com/office/drawing/2014/main" id="{BBE82165-10C4-3314-3CBC-A2DB98047A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59321" y="1599053"/>
            <a:ext cx="2857500" cy="28194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EC4594AA-74B8-CDC9-3335-5DC66E13691B}"/>
              </a:ext>
            </a:extLst>
          </p:cNvPr>
          <p:cNvPicPr>
            <a:picLocks noChangeAspect="1"/>
          </p:cNvPicPr>
          <p:nvPr/>
        </p:nvPicPr>
        <p:blipFill>
          <a:blip r:embed="rId4"/>
          <a:stretch>
            <a:fillRect/>
          </a:stretch>
        </p:blipFill>
        <p:spPr>
          <a:xfrm flipH="1">
            <a:off x="9346018" y="4387696"/>
            <a:ext cx="2324920" cy="2180553"/>
          </a:xfrm>
          <a:prstGeom prst="rect">
            <a:avLst/>
          </a:prstGeom>
        </p:spPr>
      </p:pic>
      <p:sp>
        <p:nvSpPr>
          <p:cNvPr id="8" name="TextBox 7">
            <a:extLst>
              <a:ext uri="{FF2B5EF4-FFF2-40B4-BE49-F238E27FC236}">
                <a16:creationId xmlns:a16="http://schemas.microsoft.com/office/drawing/2014/main" id="{209F20BE-A377-E36A-7D09-0308463E75DE}"/>
              </a:ext>
            </a:extLst>
          </p:cNvPr>
          <p:cNvSpPr txBox="1"/>
          <p:nvPr/>
        </p:nvSpPr>
        <p:spPr>
          <a:xfrm>
            <a:off x="1128881" y="3322067"/>
            <a:ext cx="6097772" cy="369332"/>
          </a:xfrm>
          <a:prstGeom prst="rect">
            <a:avLst/>
          </a:prstGeom>
          <a:noFill/>
        </p:spPr>
        <p:txBody>
          <a:bodyPr wrap="square">
            <a:spAutoFit/>
          </a:bodyPr>
          <a:lstStyle/>
          <a:p>
            <a:r>
              <a:rPr lang="en-US" b="1" dirty="0"/>
              <a:t>Decision boundary</a:t>
            </a:r>
            <a:endParaRPr lang="en-US" dirty="0"/>
          </a:p>
        </p:txBody>
      </p:sp>
      <p:sp>
        <p:nvSpPr>
          <p:cNvPr id="13" name="TextBox 12">
            <a:extLst>
              <a:ext uri="{FF2B5EF4-FFF2-40B4-BE49-F238E27FC236}">
                <a16:creationId xmlns:a16="http://schemas.microsoft.com/office/drawing/2014/main" id="{7E2F7994-0029-8562-49A6-DEDF99D10125}"/>
              </a:ext>
            </a:extLst>
          </p:cNvPr>
          <p:cNvSpPr txBox="1"/>
          <p:nvPr/>
        </p:nvSpPr>
        <p:spPr>
          <a:xfrm>
            <a:off x="1211217" y="5797712"/>
            <a:ext cx="4884783" cy="1077218"/>
          </a:xfrm>
          <a:prstGeom prst="rect">
            <a:avLst/>
          </a:prstGeom>
          <a:noFill/>
        </p:spPr>
        <p:txBody>
          <a:bodyPr wrap="square">
            <a:spAutoFit/>
          </a:bodyPr>
          <a:lstStyle/>
          <a:p>
            <a:r>
              <a:rPr lang="fr-FR" sz="1600" dirty="0"/>
              <a:t>L’hyperplan positif (+) passe par les points de la classe positive les plus proches de la frontière de décision.</a:t>
            </a:r>
          </a:p>
          <a:p>
            <a:r>
              <a:rPr lang="fr-FR" sz="1600" dirty="0"/>
              <a:t>L’hyperplan négatif (–) passe par les points de la classe négative les plus proches de la frontière de décision.</a:t>
            </a:r>
            <a:endParaRPr lang="en-US" sz="1600" dirty="0"/>
          </a:p>
        </p:txBody>
      </p:sp>
    </p:spTree>
    <p:extLst>
      <p:ext uri="{BB962C8B-B14F-4D97-AF65-F5344CB8AC3E}">
        <p14:creationId xmlns:p14="http://schemas.microsoft.com/office/powerpoint/2010/main" val="19425491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A6FAB-F863-B146-C1B8-AD55820FFADF}"/>
              </a:ext>
            </a:extLst>
          </p:cNvPr>
          <p:cNvSpPr>
            <a:spLocks noGrp="1"/>
          </p:cNvSpPr>
          <p:nvPr>
            <p:ph type="title"/>
          </p:nvPr>
        </p:nvSpPr>
        <p:spPr>
          <a:xfrm>
            <a:off x="1024128" y="585216"/>
            <a:ext cx="10730068" cy="1499616"/>
          </a:xfrm>
        </p:spPr>
        <p:txBody>
          <a:bodyPr/>
          <a:lstStyle/>
          <a:p>
            <a:r>
              <a:rPr lang="fr-FR" dirty="0"/>
              <a:t>Hyperplans positif, négatif &amp; à marge maximale</a:t>
            </a:r>
            <a:endParaRPr lang="en-US" dirty="0"/>
          </a:p>
        </p:txBody>
      </p:sp>
      <p:pic>
        <p:nvPicPr>
          <p:cNvPr id="2050" name="Picture 2" descr="A Top Machine Learning Algorithm Explained: Support Vector Machines (SVMs)  - Velocity Business Solutions Limited">
            <a:extLst>
              <a:ext uri="{FF2B5EF4-FFF2-40B4-BE49-F238E27FC236}">
                <a16:creationId xmlns:a16="http://schemas.microsoft.com/office/drawing/2014/main" id="{E7F47B89-4EFB-8BF9-D828-E117DC793A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6121" y="2288525"/>
            <a:ext cx="7589874" cy="407955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37A4A10-6784-093D-5BB0-B3CCDE61A815}"/>
              </a:ext>
            </a:extLst>
          </p:cNvPr>
          <p:cNvSpPr txBox="1"/>
          <p:nvPr/>
        </p:nvSpPr>
        <p:spPr>
          <a:xfrm>
            <a:off x="3640693" y="6395112"/>
            <a:ext cx="6097772" cy="230832"/>
          </a:xfrm>
          <a:prstGeom prst="rect">
            <a:avLst/>
          </a:prstGeom>
          <a:noFill/>
        </p:spPr>
        <p:txBody>
          <a:bodyPr wrap="square">
            <a:spAutoFit/>
          </a:bodyPr>
          <a:lstStyle/>
          <a:p>
            <a:r>
              <a:rPr lang="en-US" sz="900" dirty="0"/>
              <a:t>Image source: vebuso.com/2020/02/a-top-machine-learning-algorithm-explained-support-vector-machines-svms/</a:t>
            </a:r>
          </a:p>
        </p:txBody>
      </p:sp>
    </p:spTree>
    <p:extLst>
      <p:ext uri="{BB962C8B-B14F-4D97-AF65-F5344CB8AC3E}">
        <p14:creationId xmlns:p14="http://schemas.microsoft.com/office/powerpoint/2010/main" val="7570222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CF535-46E9-1FC9-A99D-55F9FEE40DCB}"/>
              </a:ext>
            </a:extLst>
          </p:cNvPr>
          <p:cNvSpPr>
            <a:spLocks noGrp="1"/>
          </p:cNvSpPr>
          <p:nvPr>
            <p:ph type="title"/>
          </p:nvPr>
        </p:nvSpPr>
        <p:spPr/>
        <p:txBody>
          <a:bodyPr>
            <a:normAutofit/>
          </a:bodyPr>
          <a:lstStyle/>
          <a:p>
            <a:r>
              <a:rPr lang="fr-FR" dirty="0"/>
              <a:t>Équation de la ligne de décision en 2D </a:t>
            </a:r>
            <a:br>
              <a:rPr lang="fr-FR" dirty="0"/>
            </a:br>
            <a:r>
              <a:rPr lang="fr-FR" dirty="0"/>
              <a:t>(ou de la surface de décision en </a:t>
            </a:r>
            <a:r>
              <a:rPr lang="en-US" dirty="0"/>
              <a:t>N-D)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7FAD1F8-910C-0D59-D602-893AB9DFB998}"/>
                  </a:ext>
                </a:extLst>
              </p:cNvPr>
              <p:cNvSpPr>
                <a:spLocks noGrp="1"/>
              </p:cNvSpPr>
              <p:nvPr>
                <p:ph idx="1"/>
              </p:nvPr>
            </p:nvSpPr>
            <p:spPr>
              <a:xfrm>
                <a:off x="1024128" y="2084832"/>
                <a:ext cx="10630316" cy="4224528"/>
              </a:xfrm>
            </p:spPr>
            <p:txBody>
              <a:bodyPr>
                <a:normAutofit/>
              </a:bodyPr>
              <a:lstStyle/>
              <a:p>
                <a:r>
                  <a:rPr lang="fr-FR" sz="1900" dirty="0"/>
                  <a:t>Pour faciliter la compréhension, nous représentons les points de données dans un espace bidimensionnel (2D).</a:t>
                </a:r>
              </a:p>
              <a:p>
                <a:r>
                  <a:rPr lang="fr-FR" sz="1900" dirty="0"/>
                  <a:t>Nous pouvons exprimer la forme de l’équation définissant la surface de décision (hyperplan) séparant les classes sous la forme suivante :</a:t>
                </a:r>
              </a:p>
              <a:p>
                <a:r>
                  <a:rPr lang="en-US" sz="1900" b="1" u="sng" dirty="0" err="1"/>
                  <a:t>Équation</a:t>
                </a:r>
                <a:r>
                  <a:rPr lang="en-US" sz="1900" b="1" u="sng" dirty="0"/>
                  <a:t> </a:t>
                </a:r>
                <a:r>
                  <a:rPr lang="en-US" sz="1900" b="1" u="sng" dirty="0" err="1"/>
                  <a:t>linéaire</a:t>
                </a:r>
                <a:r>
                  <a:rPr lang="en-US" sz="1900" b="1" u="sng" dirty="0"/>
                  <a:t> (</a:t>
                </a:r>
                <a:r>
                  <a:rPr lang="en-US" sz="1900" b="1" u="sng" dirty="0" err="1"/>
                  <a:t>forme</a:t>
                </a:r>
                <a:r>
                  <a:rPr lang="en-US" sz="1900" b="1" u="sng" dirty="0"/>
                  <a:t> </a:t>
                </a:r>
                <a:r>
                  <a:rPr lang="en-US" sz="1900" b="1" u="sng" dirty="0" err="1"/>
                  <a:t>vectorielle</a:t>
                </a:r>
                <a:r>
                  <a:rPr lang="en-US" sz="1900" b="1" u="sng" dirty="0"/>
                  <a:t>) :</a:t>
                </a:r>
                <a:r>
                  <a:rPr lang="en-US" sz="1900" dirty="0"/>
                  <a:t>	</a:t>
                </a:r>
                <a:r>
                  <a:rPr lang="pl-PL" sz="2800" dirty="0"/>
                  <a:t>w</a:t>
                </a:r>
                <a:r>
                  <a:rPr lang="pl-PL" sz="1600" dirty="0"/>
                  <a:t>1</a:t>
                </a:r>
                <a:r>
                  <a:rPr lang="fr-FR" sz="2800" dirty="0"/>
                  <a:t>x</a:t>
                </a:r>
                <a:r>
                  <a:rPr lang="pl-PL" sz="1600" dirty="0"/>
                  <a:t>1</a:t>
                </a:r>
                <a:r>
                  <a:rPr lang="pl-PL" dirty="0"/>
                  <a:t>+</a:t>
                </a:r>
                <a:r>
                  <a:rPr lang="fr-FR" sz="2800" dirty="0"/>
                  <a:t>w</a:t>
                </a:r>
                <a:r>
                  <a:rPr lang="pl-PL" sz="1600" dirty="0"/>
                  <a:t>2</a:t>
                </a:r>
                <a:r>
                  <a:rPr lang="fr-FR" sz="2800" dirty="0"/>
                  <a:t>x</a:t>
                </a:r>
                <a:r>
                  <a:rPr lang="pl-PL" sz="1600" dirty="0"/>
                  <a:t>2</a:t>
                </a:r>
                <a:r>
                  <a:rPr lang="pl-PL" dirty="0"/>
                  <a:t>+b=0</a:t>
                </a:r>
              </a:p>
              <a:p>
                <a:pPr marL="4572000" indent="-4572000"/>
                <a:r>
                  <a:rPr lang="fr-FR" dirty="0"/>
                  <a:t>f</a:t>
                </a:r>
                <a:r>
                  <a:rPr lang="pl-PL" dirty="0"/>
                  <a:t>(x)=</a:t>
                </a:r>
                <a14:m>
                  <m:oMath xmlns:m="http://schemas.openxmlformats.org/officeDocument/2006/math">
                    <m:sSup>
                      <m:sSupPr>
                        <m:ctrlPr>
                          <a:rPr lang="pl-PL" i="1" smtClean="0">
                            <a:latin typeface="Cambria Math" panose="02040503050406030204" pitchFamily="18" charset="0"/>
                          </a:rPr>
                        </m:ctrlPr>
                      </m:sSupPr>
                      <m:e>
                        <m:r>
                          <a:rPr lang="fr-FR" b="0" i="1" smtClean="0">
                            <a:latin typeface="Cambria Math" panose="02040503050406030204" pitchFamily="18" charset="0"/>
                          </a:rPr>
                          <m:t>𝑤</m:t>
                        </m:r>
                      </m:e>
                      <m:sup>
                        <m:r>
                          <a:rPr lang="fr-FR" b="0" i="1" smtClean="0">
                            <a:latin typeface="Cambria Math" panose="02040503050406030204" pitchFamily="18" charset="0"/>
                          </a:rPr>
                          <m:t>𝑇</m:t>
                        </m:r>
                      </m:sup>
                    </m:sSup>
                  </m:oMath>
                </a14:m>
                <a:r>
                  <a:rPr lang="pl-PL" dirty="0"/>
                  <a:t>x+b where </a:t>
                </a:r>
                <a:r>
                  <a:rPr lang="fr-FR" dirty="0"/>
                  <a:t>w=</a:t>
                </a:r>
                <a14:m>
                  <m:oMath xmlns:m="http://schemas.openxmlformats.org/officeDocument/2006/math">
                    <m:d>
                      <m:dPr>
                        <m:begChr m:val="["/>
                        <m:endChr m:val="]"/>
                        <m:ctrlPr>
                          <a:rPr lang="fr-FR" i="1" smtClean="0">
                            <a:latin typeface="Cambria Math" panose="02040503050406030204" pitchFamily="18" charset="0"/>
                          </a:rPr>
                        </m:ctrlPr>
                      </m:dPr>
                      <m:e>
                        <m:m>
                          <m:mPr>
                            <m:mcs>
                              <m:mc>
                                <m:mcPr>
                                  <m:count m:val="1"/>
                                  <m:mcJc m:val="center"/>
                                </m:mcPr>
                              </m:mc>
                            </m:mcs>
                            <m:ctrlPr>
                              <a:rPr lang="fr-FR" i="1" smtClean="0">
                                <a:latin typeface="Cambria Math" panose="02040503050406030204" pitchFamily="18" charset="0"/>
                              </a:rPr>
                            </m:ctrlPr>
                          </m:mPr>
                          <m:mr>
                            <m:e>
                              <m:r>
                                <m:rPr>
                                  <m:brk m:alnAt="7"/>
                                </m:rPr>
                                <a:rPr lang="fr-FR" b="0" i="1" smtClean="0">
                                  <a:latin typeface="Cambria Math" panose="02040503050406030204" pitchFamily="18" charset="0"/>
                                </a:rPr>
                                <m:t>𝑤</m:t>
                              </m:r>
                              <m:r>
                                <a:rPr lang="fr-FR" b="0" i="1" smtClean="0">
                                  <a:latin typeface="Cambria Math" panose="02040503050406030204" pitchFamily="18" charset="0"/>
                                </a:rPr>
                                <m:t>1</m:t>
                              </m:r>
                            </m:e>
                          </m:mr>
                          <m:mr>
                            <m:e>
                              <m:r>
                                <a:rPr lang="fr-FR" b="0" i="1" smtClean="0">
                                  <a:latin typeface="Cambria Math" panose="02040503050406030204" pitchFamily="18" charset="0"/>
                                </a:rPr>
                                <m:t>𝑤</m:t>
                              </m:r>
                              <m:r>
                                <a:rPr lang="fr-FR" b="0" i="1" smtClean="0">
                                  <a:latin typeface="Cambria Math" panose="02040503050406030204" pitchFamily="18" charset="0"/>
                                </a:rPr>
                                <m:t>2</m:t>
                              </m:r>
                            </m:e>
                          </m:mr>
                        </m:m>
                      </m:e>
                    </m:d>
                  </m:oMath>
                </a14:m>
                <a:r>
                  <a:rPr lang="en-US" dirty="0"/>
                  <a:t> </a:t>
                </a:r>
                <a:r>
                  <a:rPr lang="fr-FR" dirty="0"/>
                  <a:t>x=</a:t>
                </a:r>
                <a14:m>
                  <m:oMath xmlns:m="http://schemas.openxmlformats.org/officeDocument/2006/math">
                    <m:d>
                      <m:dPr>
                        <m:begChr m:val="["/>
                        <m:endChr m:val="]"/>
                        <m:ctrlPr>
                          <a:rPr lang="fr-FR" i="1">
                            <a:latin typeface="Cambria Math" panose="02040503050406030204" pitchFamily="18" charset="0"/>
                          </a:rPr>
                        </m:ctrlPr>
                      </m:dPr>
                      <m:e>
                        <m:m>
                          <m:mPr>
                            <m:mcs>
                              <m:mc>
                                <m:mcPr>
                                  <m:count m:val="1"/>
                                  <m:mcJc m:val="center"/>
                                </m:mcPr>
                              </m:mc>
                            </m:mcs>
                            <m:ctrlPr>
                              <a:rPr lang="fr-FR" i="1">
                                <a:latin typeface="Cambria Math" panose="02040503050406030204" pitchFamily="18" charset="0"/>
                              </a:rPr>
                            </m:ctrlPr>
                          </m:mPr>
                          <m:mr>
                            <m:e>
                              <m:r>
                                <m:rPr>
                                  <m:brk m:alnAt="7"/>
                                </m:rPr>
                                <a:rPr lang="fr-FR" b="0" i="1" smtClean="0">
                                  <a:latin typeface="Cambria Math" panose="02040503050406030204" pitchFamily="18" charset="0"/>
                                </a:rPr>
                                <m:t>𝑥</m:t>
                              </m:r>
                              <m:r>
                                <a:rPr lang="fr-FR" i="1">
                                  <a:latin typeface="Cambria Math" panose="02040503050406030204" pitchFamily="18" charset="0"/>
                                </a:rPr>
                                <m:t>1</m:t>
                              </m:r>
                            </m:e>
                          </m:mr>
                          <m:mr>
                            <m:e>
                              <m:r>
                                <a:rPr lang="fr-FR" b="0" i="1" smtClean="0">
                                  <a:latin typeface="Cambria Math" panose="02040503050406030204" pitchFamily="18" charset="0"/>
                                </a:rPr>
                                <m:t>𝑥</m:t>
                              </m:r>
                              <m:r>
                                <a:rPr lang="fr-FR" i="1">
                                  <a:latin typeface="Cambria Math" panose="02040503050406030204" pitchFamily="18" charset="0"/>
                                </a:rPr>
                                <m:t>2</m:t>
                              </m:r>
                            </m:e>
                          </m:mr>
                        </m:m>
                      </m:e>
                    </m:d>
                  </m:oMath>
                </a14:m>
                <a:endParaRPr lang="en-US" dirty="0"/>
              </a:p>
              <a:p>
                <a:pPr marL="0" indent="0">
                  <a:buNone/>
                </a:pPr>
                <a:r>
                  <a:rPr lang="fr-FR" sz="1900" dirty="0"/>
                  <a:t>ou, sous forme d’une fonction de noyau (</a:t>
                </a:r>
                <a:r>
                  <a:rPr lang="en-US" sz="1900" b="1" u="sng" dirty="0"/>
                  <a:t>Kernel function Ø</a:t>
                </a:r>
                <a:r>
                  <a:rPr lang="fr-FR" sz="1900" dirty="0"/>
                  <a:t>) </a:t>
                </a:r>
                <a:r>
                  <a:rPr lang="fr-FR" sz="1900" b="1" dirty="0"/>
                  <a:t>:</a:t>
                </a:r>
                <a:r>
                  <a:rPr lang="fr-FR" sz="1900" dirty="0"/>
                  <a:t> </a:t>
                </a:r>
                <a:r>
                  <a:rPr lang="en-US" dirty="0"/>
                  <a:t>f</a:t>
                </a:r>
                <a:r>
                  <a:rPr lang="pl-PL" dirty="0"/>
                  <a:t>(x)=</a:t>
                </a:r>
                <a14:m>
                  <m:oMath xmlns:m="http://schemas.openxmlformats.org/officeDocument/2006/math">
                    <m:sSup>
                      <m:sSupPr>
                        <m:ctrlPr>
                          <a:rPr lang="pl-PL" i="1" smtClean="0">
                            <a:latin typeface="Cambria Math" panose="02040503050406030204" pitchFamily="18" charset="0"/>
                          </a:rPr>
                        </m:ctrlPr>
                      </m:sSupPr>
                      <m:e>
                        <m:r>
                          <a:rPr lang="fr-FR" b="0" i="1" smtClean="0">
                            <a:latin typeface="Cambria Math" panose="02040503050406030204" pitchFamily="18" charset="0"/>
                          </a:rPr>
                          <m:t>𝑤</m:t>
                        </m:r>
                      </m:e>
                      <m:sup>
                        <m:r>
                          <a:rPr lang="fr-FR" b="0" i="1" smtClean="0">
                            <a:latin typeface="Cambria Math" panose="02040503050406030204" pitchFamily="18" charset="0"/>
                          </a:rPr>
                          <m:t>𝑇</m:t>
                        </m:r>
                      </m:sup>
                    </m:sSup>
                  </m:oMath>
                </a14:m>
                <a:r>
                  <a:rPr lang="en-US" sz="2400" dirty="0"/>
                  <a:t>Ø(</a:t>
                </a:r>
                <a:r>
                  <a:rPr lang="pl-PL" dirty="0"/>
                  <a:t>x</a:t>
                </a:r>
                <a:r>
                  <a:rPr lang="fr-FR" dirty="0"/>
                  <a:t>)</a:t>
                </a:r>
                <a:r>
                  <a:rPr lang="pl-PL" dirty="0"/>
                  <a:t>+b</a:t>
                </a:r>
                <a:endParaRPr lang="fr-FR" dirty="0"/>
              </a:p>
              <a:p>
                <a:endParaRPr lang="en-US" dirty="0"/>
              </a:p>
            </p:txBody>
          </p:sp>
        </mc:Choice>
        <mc:Fallback>
          <p:sp>
            <p:nvSpPr>
              <p:cNvPr id="3" name="Content Placeholder 2">
                <a:extLst>
                  <a:ext uri="{FF2B5EF4-FFF2-40B4-BE49-F238E27FC236}">
                    <a16:creationId xmlns:a16="http://schemas.microsoft.com/office/drawing/2014/main" id="{67FAD1F8-910C-0D59-D602-893AB9DFB998}"/>
                  </a:ext>
                </a:extLst>
              </p:cNvPr>
              <p:cNvSpPr>
                <a:spLocks noGrp="1" noRot="1" noChangeAspect="1" noMove="1" noResize="1" noEditPoints="1" noAdjustHandles="1" noChangeArrowheads="1" noChangeShapeType="1" noTextEdit="1"/>
              </p:cNvSpPr>
              <p:nvPr>
                <p:ph idx="1"/>
              </p:nvPr>
            </p:nvSpPr>
            <p:spPr>
              <a:xfrm>
                <a:off x="1024128" y="2084832"/>
                <a:ext cx="10630316" cy="4224528"/>
              </a:xfrm>
              <a:blipFill>
                <a:blip r:embed="rId2"/>
                <a:stretch>
                  <a:fillRect l="-975" t="-1443" r="-745"/>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D96D821F-295A-046B-067F-5AA3E72BE205}"/>
              </a:ext>
            </a:extLst>
          </p:cNvPr>
          <p:cNvSpPr txBox="1"/>
          <p:nvPr/>
        </p:nvSpPr>
        <p:spPr>
          <a:xfrm>
            <a:off x="1016093" y="4847485"/>
            <a:ext cx="5054139" cy="1754326"/>
          </a:xfrm>
          <a:prstGeom prst="rect">
            <a:avLst/>
          </a:prstGeom>
          <a:noFill/>
          <a:ln>
            <a:solidFill>
              <a:schemeClr val="tx1"/>
            </a:solidFill>
          </a:ln>
        </p:spPr>
        <p:txBody>
          <a:bodyPr wrap="square">
            <a:spAutoFit/>
          </a:bodyPr>
          <a:lstStyle/>
          <a:p>
            <a:pPr>
              <a:buNone/>
            </a:pPr>
            <a:r>
              <a:rPr lang="fr-FR" b="1" dirty="0"/>
              <a:t>Tous les problèmes ne peuvent pas être séparés par une droite.</a:t>
            </a:r>
          </a:p>
          <a:p>
            <a:pPr>
              <a:buNone/>
            </a:pPr>
            <a:r>
              <a:rPr lang="fr-FR" dirty="0"/>
              <a:t>Par exemple, si les classes sont disposées sous forme de cercles concentriques, aucune frontière linéaire ne peut les séparer efficacement.</a:t>
            </a:r>
          </a:p>
          <a:p>
            <a:pPr>
              <a:buNone/>
            </a:pPr>
            <a:r>
              <a:rPr lang="fr-FR" b="1" dirty="0"/>
              <a:t>C’est là qu’interviennent les noyaux</a:t>
            </a:r>
            <a:r>
              <a:rPr lang="fr-FR" dirty="0"/>
              <a:t> (</a:t>
            </a:r>
            <a:r>
              <a:rPr lang="fr-FR" b="1" dirty="0"/>
              <a:t>kernels</a:t>
            </a:r>
            <a:r>
              <a:rPr lang="fr-FR" dirty="0"/>
              <a:t>).</a:t>
            </a:r>
            <a:endParaRPr lang="en-US" dirty="0"/>
          </a:p>
        </p:txBody>
      </p:sp>
      <p:sp>
        <p:nvSpPr>
          <p:cNvPr id="10" name="TextBox 9">
            <a:extLst>
              <a:ext uri="{FF2B5EF4-FFF2-40B4-BE49-F238E27FC236}">
                <a16:creationId xmlns:a16="http://schemas.microsoft.com/office/drawing/2014/main" id="{1B54BB38-1ED5-D6AA-45A8-98EC3E5D6016}"/>
              </a:ext>
            </a:extLst>
          </p:cNvPr>
          <p:cNvSpPr txBox="1"/>
          <p:nvPr/>
        </p:nvSpPr>
        <p:spPr>
          <a:xfrm>
            <a:off x="6208705" y="5678481"/>
            <a:ext cx="5054139" cy="923330"/>
          </a:xfrm>
          <a:prstGeom prst="rect">
            <a:avLst/>
          </a:prstGeom>
          <a:noFill/>
          <a:ln>
            <a:solidFill>
              <a:schemeClr val="tx1"/>
            </a:solidFill>
          </a:ln>
        </p:spPr>
        <p:txBody>
          <a:bodyPr wrap="square">
            <a:spAutoFit/>
          </a:bodyPr>
          <a:lstStyle/>
          <a:p>
            <a:pPr>
              <a:buNone/>
            </a:pPr>
            <a:r>
              <a:rPr lang="fr-FR" dirty="0">
                <a:ln>
                  <a:solidFill>
                    <a:schemeClr val="tx1"/>
                  </a:solidFill>
                </a:ln>
              </a:rPr>
              <a:t>Nous projetons les données d’entrée dans un espace de caractéristiques de dimension supérieure à l’aide d’une transformation.</a:t>
            </a:r>
            <a:endParaRPr lang="en-US" dirty="0">
              <a:ln>
                <a:solidFill>
                  <a:schemeClr val="tx1"/>
                </a:solidFill>
              </a:ln>
            </a:endParaRPr>
          </a:p>
        </p:txBody>
      </p:sp>
      <p:sp>
        <p:nvSpPr>
          <p:cNvPr id="6" name="TextBox 5">
            <a:extLst>
              <a:ext uri="{FF2B5EF4-FFF2-40B4-BE49-F238E27FC236}">
                <a16:creationId xmlns:a16="http://schemas.microsoft.com/office/drawing/2014/main" id="{A5A05A4A-C692-E3F9-90E2-21FF64C1F132}"/>
              </a:ext>
            </a:extLst>
          </p:cNvPr>
          <p:cNvSpPr txBox="1"/>
          <p:nvPr/>
        </p:nvSpPr>
        <p:spPr>
          <a:xfrm>
            <a:off x="8828254" y="4466130"/>
            <a:ext cx="3392841" cy="1200329"/>
          </a:xfrm>
          <a:prstGeom prst="rect">
            <a:avLst/>
          </a:prstGeom>
          <a:noFill/>
        </p:spPr>
        <p:txBody>
          <a:bodyPr wrap="square">
            <a:spAutoFit/>
          </a:bodyPr>
          <a:lstStyle/>
          <a:p>
            <a:r>
              <a:rPr lang="en-US" dirty="0" err="1"/>
              <a:t>où</a:t>
            </a:r>
            <a:r>
              <a:rPr lang="en-US" dirty="0"/>
              <a:t> : </a:t>
            </a:r>
          </a:p>
          <a:p>
            <a:r>
              <a:rPr lang="fr-FR" dirty="0"/>
              <a:t>w est le vecteur de poids </a:t>
            </a:r>
          </a:p>
          <a:p>
            <a:r>
              <a:rPr lang="fr-FR" dirty="0"/>
              <a:t>x est le vecteur de caractéristiques</a:t>
            </a:r>
          </a:p>
          <a:p>
            <a:r>
              <a:rPr lang="fr-FR" dirty="0"/>
              <a:t>b est le biais (ou décalage)</a:t>
            </a:r>
            <a:endParaRPr lang="en-US" dirty="0"/>
          </a:p>
        </p:txBody>
      </p:sp>
    </p:spTree>
    <p:extLst>
      <p:ext uri="{BB962C8B-B14F-4D97-AF65-F5344CB8AC3E}">
        <p14:creationId xmlns:p14="http://schemas.microsoft.com/office/powerpoint/2010/main" val="17794753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Support Vector Machines: What is an intuitive explanation of hyperplane? -  Quora">
            <a:extLst>
              <a:ext uri="{FF2B5EF4-FFF2-40B4-BE49-F238E27FC236}">
                <a16:creationId xmlns:a16="http://schemas.microsoft.com/office/drawing/2014/main" id="{4A3698F5-7262-9828-FC69-A972363F37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59321" y="1599053"/>
            <a:ext cx="2857500" cy="28194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FF8DE79-A0B2-4CED-0B53-0EA51C5E46D8}"/>
              </a:ext>
            </a:extLst>
          </p:cNvPr>
          <p:cNvSpPr>
            <a:spLocks noGrp="1"/>
          </p:cNvSpPr>
          <p:nvPr>
            <p:ph type="title"/>
          </p:nvPr>
        </p:nvSpPr>
        <p:spPr>
          <a:xfrm>
            <a:off x="1024127" y="585216"/>
            <a:ext cx="10871385" cy="1499616"/>
          </a:xfrm>
        </p:spPr>
        <p:txBody>
          <a:bodyPr/>
          <a:lstStyle/>
          <a:p>
            <a:r>
              <a:rPr lang="fr-FR" dirty="0"/>
              <a:t>Hyperplans positif, négatif &amp; à marge maximale</a:t>
            </a:r>
          </a:p>
        </p:txBody>
      </p:sp>
      <p:sp>
        <p:nvSpPr>
          <p:cNvPr id="4" name="TextBox 3">
            <a:extLst>
              <a:ext uri="{FF2B5EF4-FFF2-40B4-BE49-F238E27FC236}">
                <a16:creationId xmlns:a16="http://schemas.microsoft.com/office/drawing/2014/main" id="{35E740B1-6C2F-6CF9-CDB5-CFBF6B7AF1A4}"/>
              </a:ext>
            </a:extLst>
          </p:cNvPr>
          <p:cNvSpPr txBox="1"/>
          <p:nvPr/>
        </p:nvSpPr>
        <p:spPr>
          <a:xfrm>
            <a:off x="838200" y="1749295"/>
            <a:ext cx="9210454" cy="584775"/>
          </a:xfrm>
          <a:prstGeom prst="rect">
            <a:avLst/>
          </a:prstGeom>
          <a:noFill/>
        </p:spPr>
        <p:txBody>
          <a:bodyPr wrap="square">
            <a:spAutoFit/>
          </a:bodyPr>
          <a:lstStyle/>
          <a:p>
            <a:r>
              <a:rPr lang="fr-FR" sz="1600" dirty="0"/>
              <a:t>Dans le classificateur à vecteurs de support (SVC), nous utilisons :</a:t>
            </a:r>
          </a:p>
          <a:p>
            <a:r>
              <a:rPr lang="fr-FR" sz="1600" dirty="0"/>
              <a:t>où </a:t>
            </a:r>
            <a:r>
              <a:rPr lang="fr-FR" sz="1600" b="1" dirty="0"/>
              <a:t>w </a:t>
            </a:r>
            <a:r>
              <a:rPr lang="fr-FR" sz="1600" dirty="0"/>
              <a:t>est le vecteur de poids et </a:t>
            </a:r>
            <a:r>
              <a:rPr lang="fr-FR" sz="1600" b="1" dirty="0"/>
              <a:t>b</a:t>
            </a:r>
            <a:r>
              <a:rPr lang="fr-FR" sz="1600" dirty="0"/>
              <a:t> est le biais.</a:t>
            </a:r>
            <a:endParaRPr lang="en-US" sz="1600" dirty="0"/>
          </a:p>
        </p:txBody>
      </p:sp>
      <p:pic>
        <p:nvPicPr>
          <p:cNvPr id="8" name="Picture 7">
            <a:extLst>
              <a:ext uri="{FF2B5EF4-FFF2-40B4-BE49-F238E27FC236}">
                <a16:creationId xmlns:a16="http://schemas.microsoft.com/office/drawing/2014/main" id="{42482ED2-D178-B5A7-E961-49BA51F89E2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4332359" y="1749295"/>
            <a:ext cx="1332803" cy="292387"/>
          </a:xfrm>
          <a:prstGeom prst="rect">
            <a:avLst/>
          </a:prstGeom>
        </p:spPr>
      </p:pic>
      <p:sp>
        <p:nvSpPr>
          <p:cNvPr id="9" name="TextBox 8">
            <a:extLst>
              <a:ext uri="{FF2B5EF4-FFF2-40B4-BE49-F238E27FC236}">
                <a16:creationId xmlns:a16="http://schemas.microsoft.com/office/drawing/2014/main" id="{9E1C1563-9647-68AF-8B27-F62D01DE6236}"/>
              </a:ext>
            </a:extLst>
          </p:cNvPr>
          <p:cNvSpPr txBox="1"/>
          <p:nvPr/>
        </p:nvSpPr>
        <p:spPr>
          <a:xfrm>
            <a:off x="3640693" y="6575870"/>
            <a:ext cx="6097772" cy="230832"/>
          </a:xfrm>
          <a:prstGeom prst="rect">
            <a:avLst/>
          </a:prstGeom>
          <a:noFill/>
        </p:spPr>
        <p:txBody>
          <a:bodyPr wrap="square">
            <a:spAutoFit/>
          </a:bodyPr>
          <a:lstStyle/>
          <a:p>
            <a:r>
              <a:rPr lang="en-US" sz="900" dirty="0"/>
              <a:t>Image source: vebuso.com/2020/02/a-top-machine-learning-algorithm-explained-support-vector-machines-svms/</a:t>
            </a:r>
          </a:p>
        </p:txBody>
      </p:sp>
      <p:sp>
        <p:nvSpPr>
          <p:cNvPr id="17" name="TextBox 16">
            <a:extLst>
              <a:ext uri="{FF2B5EF4-FFF2-40B4-BE49-F238E27FC236}">
                <a16:creationId xmlns:a16="http://schemas.microsoft.com/office/drawing/2014/main" id="{E070C33A-2A78-4614-0314-C2DEED4BD1B3}"/>
              </a:ext>
            </a:extLst>
          </p:cNvPr>
          <p:cNvSpPr txBox="1"/>
          <p:nvPr/>
        </p:nvSpPr>
        <p:spPr>
          <a:xfrm>
            <a:off x="838200" y="2290920"/>
            <a:ext cx="8988137" cy="338554"/>
          </a:xfrm>
          <a:prstGeom prst="rect">
            <a:avLst/>
          </a:prstGeom>
          <a:noFill/>
        </p:spPr>
        <p:txBody>
          <a:bodyPr wrap="square">
            <a:spAutoFit/>
          </a:bodyPr>
          <a:lstStyle/>
          <a:p>
            <a:pPr>
              <a:buNone/>
            </a:pPr>
            <a:r>
              <a:rPr lang="fr-FR" sz="1600" dirty="0"/>
              <a:t>Le produit scalaire (</a:t>
            </a:r>
            <a:r>
              <a:rPr lang="en-US" sz="1600" dirty="0"/>
              <a:t>dot product)</a:t>
            </a:r>
            <a:r>
              <a:rPr lang="fr-FR" sz="1600" dirty="0"/>
              <a:t> entre les vecteurs 𝑤 et 𝑥 est</a:t>
            </a:r>
            <a:endParaRPr lang="en-US" sz="1600" dirty="0"/>
          </a:p>
        </p:txBody>
      </p:sp>
      <p:pic>
        <p:nvPicPr>
          <p:cNvPr id="19" name="Picture 18">
            <a:extLst>
              <a:ext uri="{FF2B5EF4-FFF2-40B4-BE49-F238E27FC236}">
                <a16:creationId xmlns:a16="http://schemas.microsoft.com/office/drawing/2014/main" id="{64AD8EC6-A668-1BAD-C046-0FBCFF643D0E}"/>
              </a:ext>
            </a:extLst>
          </p:cNvPr>
          <p:cNvPicPr>
            <a:picLocks noChangeAspect="1"/>
          </p:cNvPicPr>
          <p:nvPr/>
        </p:nvPicPr>
        <p:blipFill>
          <a:blip r:embed="rId5"/>
          <a:stretch>
            <a:fillRect/>
          </a:stretch>
        </p:blipFill>
        <p:spPr>
          <a:xfrm>
            <a:off x="5834676" y="2352113"/>
            <a:ext cx="2712955" cy="274344"/>
          </a:xfrm>
          <a:prstGeom prst="rect">
            <a:avLst/>
          </a:prstGeom>
        </p:spPr>
      </p:pic>
      <p:grpSp>
        <p:nvGrpSpPr>
          <p:cNvPr id="21" name="Group 20">
            <a:extLst>
              <a:ext uri="{FF2B5EF4-FFF2-40B4-BE49-F238E27FC236}">
                <a16:creationId xmlns:a16="http://schemas.microsoft.com/office/drawing/2014/main" id="{11F55BF8-71B3-01D2-2B89-B65ABBF23C83}"/>
              </a:ext>
            </a:extLst>
          </p:cNvPr>
          <p:cNvGrpSpPr/>
          <p:nvPr/>
        </p:nvGrpSpPr>
        <p:grpSpPr>
          <a:xfrm>
            <a:off x="1574680" y="2668978"/>
            <a:ext cx="7483258" cy="3965737"/>
            <a:chOff x="1574680" y="2668978"/>
            <a:chExt cx="7483258" cy="3965737"/>
          </a:xfrm>
        </p:grpSpPr>
        <p:pic>
          <p:nvPicPr>
            <p:cNvPr id="2050" name="Picture 2" descr="A Top Machine Learning Algorithm Explained: Support Vector Machines (SVMs)  - Velocity Business Solutions Limited">
              <a:extLst>
                <a:ext uri="{FF2B5EF4-FFF2-40B4-BE49-F238E27FC236}">
                  <a16:creationId xmlns:a16="http://schemas.microsoft.com/office/drawing/2014/main" id="{78572B6C-D9B2-58C7-A4B5-39C38BF2B79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74680" y="2668978"/>
              <a:ext cx="7483258" cy="396573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128B198B-3C27-8708-EDA3-429C508DC23F}"/>
                </a:ext>
              </a:extLst>
            </p:cNvPr>
            <p:cNvPicPr>
              <a:picLocks noChangeAspect="1"/>
            </p:cNvPicPr>
            <p:nvPr/>
          </p:nvPicPr>
          <p:blipFill>
            <a:blip r:embed="rId7"/>
            <a:srcRect t="77413"/>
            <a:stretch>
              <a:fillRect/>
            </a:stretch>
          </p:blipFill>
          <p:spPr>
            <a:xfrm>
              <a:off x="6356995" y="4274194"/>
              <a:ext cx="2213428" cy="525555"/>
            </a:xfrm>
            <a:prstGeom prst="rect">
              <a:avLst/>
            </a:prstGeom>
          </p:spPr>
        </p:pic>
        <p:sp>
          <p:nvSpPr>
            <p:cNvPr id="20" name="TextBox 19">
              <a:extLst>
                <a:ext uri="{FF2B5EF4-FFF2-40B4-BE49-F238E27FC236}">
                  <a16:creationId xmlns:a16="http://schemas.microsoft.com/office/drawing/2014/main" id="{9622293F-B53E-1357-9022-B8849C5AA2A9}"/>
                </a:ext>
              </a:extLst>
            </p:cNvPr>
            <p:cNvSpPr txBox="1"/>
            <p:nvPr/>
          </p:nvSpPr>
          <p:spPr>
            <a:xfrm>
              <a:off x="6179126" y="4545833"/>
              <a:ext cx="1239442" cy="253916"/>
            </a:xfrm>
            <a:prstGeom prst="rect">
              <a:avLst/>
            </a:prstGeom>
            <a:noFill/>
          </p:spPr>
          <p:txBody>
            <a:bodyPr wrap="none" rtlCol="0">
              <a:spAutoFit/>
            </a:bodyPr>
            <a:lstStyle/>
            <a:p>
              <a:r>
                <a:rPr lang="en-US" sz="1050" dirty="0"/>
                <a:t>of maximum margin</a:t>
              </a:r>
            </a:p>
          </p:txBody>
        </p:sp>
      </p:grpSp>
      <p:pic>
        <p:nvPicPr>
          <p:cNvPr id="15" name="Picture 14">
            <a:extLst>
              <a:ext uri="{FF2B5EF4-FFF2-40B4-BE49-F238E27FC236}">
                <a16:creationId xmlns:a16="http://schemas.microsoft.com/office/drawing/2014/main" id="{97E1AEE7-B589-5ADA-37F9-6F63F16BDEE5}"/>
              </a:ext>
            </a:extLst>
          </p:cNvPr>
          <p:cNvPicPr>
            <a:picLocks noChangeAspect="1"/>
          </p:cNvPicPr>
          <p:nvPr/>
        </p:nvPicPr>
        <p:blipFill>
          <a:blip r:embed="rId8"/>
          <a:stretch>
            <a:fillRect/>
          </a:stretch>
        </p:blipFill>
        <p:spPr>
          <a:xfrm>
            <a:off x="8957707" y="5527610"/>
            <a:ext cx="3059114" cy="572689"/>
          </a:xfrm>
          <a:prstGeom prst="rect">
            <a:avLst/>
          </a:prstGeom>
        </p:spPr>
      </p:pic>
    </p:spTree>
    <p:extLst>
      <p:ext uri="{BB962C8B-B14F-4D97-AF65-F5344CB8AC3E}">
        <p14:creationId xmlns:p14="http://schemas.microsoft.com/office/powerpoint/2010/main" val="33969752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9F243-5C01-4A0E-B033-2D6AC813C751}"/>
              </a:ext>
            </a:extLst>
          </p:cNvPr>
          <p:cNvSpPr>
            <a:spLocks noGrp="1"/>
          </p:cNvSpPr>
          <p:nvPr>
            <p:ph type="title"/>
          </p:nvPr>
        </p:nvSpPr>
        <p:spPr>
          <a:xfrm>
            <a:off x="1024127" y="585216"/>
            <a:ext cx="10921261" cy="1499616"/>
          </a:xfrm>
        </p:spPr>
        <p:txBody>
          <a:bodyPr/>
          <a:lstStyle/>
          <a:p>
            <a:r>
              <a:rPr lang="fr-FR" dirty="0"/>
              <a:t>Hyperplans positif, négatif &amp; à marge maximale</a:t>
            </a:r>
          </a:p>
        </p:txBody>
      </p:sp>
      <p:sp>
        <p:nvSpPr>
          <p:cNvPr id="3" name="Content Placeholder 2">
            <a:extLst>
              <a:ext uri="{FF2B5EF4-FFF2-40B4-BE49-F238E27FC236}">
                <a16:creationId xmlns:a16="http://schemas.microsoft.com/office/drawing/2014/main" id="{AB13C19C-F468-4B2C-AE7B-5A1E2888AA59}"/>
              </a:ext>
            </a:extLst>
          </p:cNvPr>
          <p:cNvSpPr>
            <a:spLocks noGrp="1"/>
          </p:cNvSpPr>
          <p:nvPr>
            <p:ph idx="1"/>
          </p:nvPr>
        </p:nvSpPr>
        <p:spPr>
          <a:xfrm>
            <a:off x="5884164" y="2258458"/>
            <a:ext cx="6235792" cy="4327349"/>
          </a:xfrm>
        </p:spPr>
        <p:txBody>
          <a:bodyPr>
            <a:normAutofit/>
          </a:bodyPr>
          <a:lstStyle/>
          <a:p>
            <a:r>
              <a:rPr lang="fr-FR" sz="1600" dirty="0"/>
              <a:t>Distance entre un point x et la frontière de décision :</a:t>
            </a:r>
          </a:p>
          <a:p>
            <a:endParaRPr lang="fr-FR" sz="1600" dirty="0"/>
          </a:p>
          <a:p>
            <a:r>
              <a:rPr lang="fr-FR" sz="1600" dirty="0"/>
              <a:t>Marge Maximale  = </a:t>
            </a:r>
          </a:p>
          <a:p>
            <a:endParaRPr lang="fr-FR" sz="1600" dirty="0"/>
          </a:p>
          <a:p>
            <a:pPr marL="0" indent="0">
              <a:buNone/>
            </a:pPr>
            <a:r>
              <a:rPr lang="fr-FR" sz="1600" dirty="0"/>
              <a:t>Vecteurs de supports</a:t>
            </a:r>
          </a:p>
          <a:p>
            <a:pPr marL="0" indent="0">
              <a:buNone/>
            </a:pPr>
            <a:endParaRPr lang="fr-FR" sz="1600" dirty="0"/>
          </a:p>
          <a:p>
            <a:r>
              <a:rPr lang="fr-FR" sz="1600" dirty="0"/>
              <a:t>Nous pouvons définir plusieurs régions de décision :</a:t>
            </a:r>
          </a:p>
          <a:p>
            <a:pPr lvl="1"/>
            <a:r>
              <a:rPr lang="fr-FR" sz="1600" b="1" dirty="0"/>
              <a:t>f(x)=0, nous sommes sur la frontière de décision</a:t>
            </a:r>
          </a:p>
          <a:p>
            <a:pPr lvl="1"/>
            <a:r>
              <a:rPr lang="fr-FR" sz="1600" b="1" dirty="0"/>
              <a:t>f(x)&gt;0, nous sommes dans la région positive (+)</a:t>
            </a:r>
          </a:p>
          <a:p>
            <a:pPr lvl="1"/>
            <a:r>
              <a:rPr lang="fr-FR" sz="1600" b="1" dirty="0"/>
              <a:t>f(x)&lt;0, nous sommes dans la région négative (–)</a:t>
            </a:r>
          </a:p>
          <a:p>
            <a:pPr lvl="1"/>
            <a:r>
              <a:rPr lang="fr-FR" sz="1600" b="1" dirty="0"/>
              <a:t>f(x)=+1 or -1, nous sommes sur les droites délimitant les vecteurs de support</a:t>
            </a:r>
          </a:p>
        </p:txBody>
      </p:sp>
      <p:pic>
        <p:nvPicPr>
          <p:cNvPr id="5" name="Picture 4">
            <a:extLst>
              <a:ext uri="{FF2B5EF4-FFF2-40B4-BE49-F238E27FC236}">
                <a16:creationId xmlns:a16="http://schemas.microsoft.com/office/drawing/2014/main" id="{6B28A0C1-64DD-4C38-A152-A91EBF20F852}"/>
              </a:ext>
            </a:extLst>
          </p:cNvPr>
          <p:cNvPicPr>
            <a:picLocks noChangeAspect="1"/>
          </p:cNvPicPr>
          <p:nvPr/>
        </p:nvPicPr>
        <p:blipFill rotWithShape="1">
          <a:blip r:embed="rId2"/>
          <a:srcRect t="22376" r="41649" b="953"/>
          <a:stretch/>
        </p:blipFill>
        <p:spPr>
          <a:xfrm>
            <a:off x="759285" y="1663549"/>
            <a:ext cx="5104926" cy="4785506"/>
          </a:xfrm>
          <a:prstGeom prst="rect">
            <a:avLst/>
          </a:prstGeom>
        </p:spPr>
      </p:pic>
      <p:pic>
        <p:nvPicPr>
          <p:cNvPr id="6" name="Picture 5">
            <a:extLst>
              <a:ext uri="{FF2B5EF4-FFF2-40B4-BE49-F238E27FC236}">
                <a16:creationId xmlns:a16="http://schemas.microsoft.com/office/drawing/2014/main" id="{E54F2AD8-C4F2-5729-CFB4-802BE165A4F8}"/>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10504213" y="2007714"/>
            <a:ext cx="1556099" cy="789838"/>
          </a:xfrm>
          <a:prstGeom prst="rect">
            <a:avLst/>
          </a:prstGeom>
        </p:spPr>
      </p:pic>
      <p:pic>
        <p:nvPicPr>
          <p:cNvPr id="8" name="Picture 7">
            <a:extLst>
              <a:ext uri="{FF2B5EF4-FFF2-40B4-BE49-F238E27FC236}">
                <a16:creationId xmlns:a16="http://schemas.microsoft.com/office/drawing/2014/main" id="{3B5E1490-E651-924D-A701-B94F894DCD1C}"/>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7724608" y="2874670"/>
            <a:ext cx="1007342" cy="730600"/>
          </a:xfrm>
          <a:prstGeom prst="rect">
            <a:avLst/>
          </a:prstGeom>
        </p:spPr>
      </p:pic>
      <p:cxnSp>
        <p:nvCxnSpPr>
          <p:cNvPr id="11" name="Straight Arrow Connector 10">
            <a:extLst>
              <a:ext uri="{FF2B5EF4-FFF2-40B4-BE49-F238E27FC236}">
                <a16:creationId xmlns:a16="http://schemas.microsoft.com/office/drawing/2014/main" id="{C0161ABF-6DFA-23A8-9BC2-1B6E97FF6FBA}"/>
              </a:ext>
            </a:extLst>
          </p:cNvPr>
          <p:cNvCxnSpPr>
            <a:stCxn id="8" idx="3"/>
          </p:cNvCxnSpPr>
          <p:nvPr/>
        </p:nvCxnSpPr>
        <p:spPr>
          <a:xfrm>
            <a:off x="8731950" y="3239970"/>
            <a:ext cx="1840444" cy="10555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24613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A6288-21A3-4B2A-923B-DB0951D55FB1}"/>
              </a:ext>
            </a:extLst>
          </p:cNvPr>
          <p:cNvSpPr>
            <a:spLocks noGrp="1"/>
          </p:cNvSpPr>
          <p:nvPr>
            <p:ph type="title"/>
          </p:nvPr>
        </p:nvSpPr>
        <p:spPr>
          <a:xfrm>
            <a:off x="1024127" y="585216"/>
            <a:ext cx="10937887" cy="1499616"/>
          </a:xfrm>
        </p:spPr>
        <p:txBody>
          <a:bodyPr/>
          <a:lstStyle/>
          <a:p>
            <a:r>
              <a:rPr lang="fr-FR" dirty="0"/>
              <a:t>Classifier les images de Pommes et d’oranges ?</a:t>
            </a:r>
          </a:p>
        </p:txBody>
      </p:sp>
      <p:pic>
        <p:nvPicPr>
          <p:cNvPr id="5" name="Picture 4">
            <a:extLst>
              <a:ext uri="{FF2B5EF4-FFF2-40B4-BE49-F238E27FC236}">
                <a16:creationId xmlns:a16="http://schemas.microsoft.com/office/drawing/2014/main" id="{AC963C6B-A640-40E7-A7AC-71CD8969A40A}"/>
              </a:ext>
            </a:extLst>
          </p:cNvPr>
          <p:cNvPicPr>
            <a:picLocks noChangeAspect="1"/>
          </p:cNvPicPr>
          <p:nvPr/>
        </p:nvPicPr>
        <p:blipFill>
          <a:blip r:embed="rId2"/>
          <a:stretch>
            <a:fillRect/>
          </a:stretch>
        </p:blipFill>
        <p:spPr>
          <a:xfrm>
            <a:off x="1884721" y="2258219"/>
            <a:ext cx="7124700" cy="3486150"/>
          </a:xfrm>
          <a:prstGeom prst="rect">
            <a:avLst/>
          </a:prstGeom>
        </p:spPr>
      </p:pic>
    </p:spTree>
    <p:extLst>
      <p:ext uri="{BB962C8B-B14F-4D97-AF65-F5344CB8AC3E}">
        <p14:creationId xmlns:p14="http://schemas.microsoft.com/office/powerpoint/2010/main" val="13385942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039F9-8A8B-4EA3-9D20-77C7AF6DA26F}"/>
              </a:ext>
            </a:extLst>
          </p:cNvPr>
          <p:cNvSpPr>
            <a:spLocks noGrp="1"/>
          </p:cNvSpPr>
          <p:nvPr>
            <p:ph type="title"/>
          </p:nvPr>
        </p:nvSpPr>
        <p:spPr/>
        <p:txBody>
          <a:bodyPr/>
          <a:lstStyle/>
          <a:p>
            <a:r>
              <a:rPr lang="fr-FR" dirty="0"/>
              <a:t>Comment le SVM fonctionne ?</a:t>
            </a:r>
          </a:p>
        </p:txBody>
      </p:sp>
      <p:sp>
        <p:nvSpPr>
          <p:cNvPr id="3" name="Content Placeholder 2">
            <a:extLst>
              <a:ext uri="{FF2B5EF4-FFF2-40B4-BE49-F238E27FC236}">
                <a16:creationId xmlns:a16="http://schemas.microsoft.com/office/drawing/2014/main" id="{9899AD62-0485-4D82-BBE3-68464D6949CF}"/>
              </a:ext>
            </a:extLst>
          </p:cNvPr>
          <p:cNvSpPr>
            <a:spLocks noGrp="1"/>
          </p:cNvSpPr>
          <p:nvPr>
            <p:ph idx="1"/>
          </p:nvPr>
        </p:nvSpPr>
        <p:spPr>
          <a:xfrm>
            <a:off x="1024128" y="1961804"/>
            <a:ext cx="10763319" cy="4347556"/>
          </a:xfrm>
        </p:spPr>
        <p:txBody>
          <a:bodyPr/>
          <a:lstStyle/>
          <a:p>
            <a:r>
              <a:rPr lang="fr-FR" dirty="0"/>
              <a:t>Le SVM recherche l’image de pomme dont la forme est la plus proche de celle d’une orange, et l’image d’orange dont la forme est la plus proche de celle d’une pomme.</a:t>
            </a:r>
          </a:p>
          <a:p>
            <a:r>
              <a:rPr lang="fr-FR" dirty="0"/>
              <a:t>Ces deux images deviendront les </a:t>
            </a:r>
            <a:r>
              <a:rPr lang="fr-FR" b="1" dirty="0"/>
              <a:t>vecteurs de support</a:t>
            </a:r>
            <a:r>
              <a:rPr lang="fr-FR" dirty="0"/>
              <a:t>.</a:t>
            </a:r>
          </a:p>
        </p:txBody>
      </p:sp>
      <p:pic>
        <p:nvPicPr>
          <p:cNvPr id="7" name="Picture 6">
            <a:extLst>
              <a:ext uri="{FF2B5EF4-FFF2-40B4-BE49-F238E27FC236}">
                <a16:creationId xmlns:a16="http://schemas.microsoft.com/office/drawing/2014/main" id="{5EB79FB5-B2DA-47D8-8683-4E1D35C92AA1}"/>
              </a:ext>
            </a:extLst>
          </p:cNvPr>
          <p:cNvPicPr>
            <a:picLocks noChangeAspect="1"/>
          </p:cNvPicPr>
          <p:nvPr/>
        </p:nvPicPr>
        <p:blipFill>
          <a:blip r:embed="rId2"/>
          <a:stretch>
            <a:fillRect/>
          </a:stretch>
        </p:blipFill>
        <p:spPr>
          <a:xfrm>
            <a:off x="1783939" y="3301795"/>
            <a:ext cx="7886700" cy="3600450"/>
          </a:xfrm>
          <a:prstGeom prst="rect">
            <a:avLst/>
          </a:prstGeom>
        </p:spPr>
      </p:pic>
      <p:cxnSp>
        <p:nvCxnSpPr>
          <p:cNvPr id="10" name="Straight Arrow Connector 9">
            <a:extLst>
              <a:ext uri="{FF2B5EF4-FFF2-40B4-BE49-F238E27FC236}">
                <a16:creationId xmlns:a16="http://schemas.microsoft.com/office/drawing/2014/main" id="{348FF199-BC0C-48CF-BCED-A62C723B980E}"/>
              </a:ext>
            </a:extLst>
          </p:cNvPr>
          <p:cNvCxnSpPr>
            <a:cxnSpLocks/>
          </p:cNvCxnSpPr>
          <p:nvPr/>
        </p:nvCxnSpPr>
        <p:spPr>
          <a:xfrm flipH="1">
            <a:off x="6096000" y="3790335"/>
            <a:ext cx="2222090" cy="10471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20382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C7203-DE97-4C0F-A09A-65E18D997086}"/>
              </a:ext>
            </a:extLst>
          </p:cNvPr>
          <p:cNvSpPr>
            <a:spLocks noGrp="1"/>
          </p:cNvSpPr>
          <p:nvPr>
            <p:ph type="title"/>
          </p:nvPr>
        </p:nvSpPr>
        <p:spPr/>
        <p:txBody>
          <a:bodyPr/>
          <a:lstStyle/>
          <a:p>
            <a:r>
              <a:rPr lang="fr-FR" dirty="0"/>
              <a:t>SVM : Classifieur Performant</a:t>
            </a:r>
          </a:p>
        </p:txBody>
      </p:sp>
      <p:sp>
        <p:nvSpPr>
          <p:cNvPr id="3" name="Content Placeholder 2">
            <a:extLst>
              <a:ext uri="{FF2B5EF4-FFF2-40B4-BE49-F238E27FC236}">
                <a16:creationId xmlns:a16="http://schemas.microsoft.com/office/drawing/2014/main" id="{DCEE1DD8-827D-4622-9033-2E610B447140}"/>
              </a:ext>
            </a:extLst>
          </p:cNvPr>
          <p:cNvSpPr>
            <a:spLocks noGrp="1"/>
          </p:cNvSpPr>
          <p:nvPr>
            <p:ph idx="1"/>
          </p:nvPr>
        </p:nvSpPr>
        <p:spPr/>
        <p:txBody>
          <a:bodyPr/>
          <a:lstStyle/>
          <a:p>
            <a:r>
              <a:rPr lang="fr-FR" dirty="0"/>
              <a:t>Comme le SVM recherche les cas les plus extrêmes, c’est-à-dire ceux qui sont les plus proches de la classe opposée, il se distingue des autres techniques d’apprentissage automatique et </a:t>
            </a:r>
            <a:r>
              <a:rPr lang="fr-FR" b="1" dirty="0"/>
              <a:t>est considéré comme un classificateur très performant.</a:t>
            </a:r>
          </a:p>
        </p:txBody>
      </p:sp>
    </p:spTree>
    <p:extLst>
      <p:ext uri="{BB962C8B-B14F-4D97-AF65-F5344CB8AC3E}">
        <p14:creationId xmlns:p14="http://schemas.microsoft.com/office/powerpoint/2010/main" val="37234697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67281-0922-4470-909F-ED0B4542237A}"/>
              </a:ext>
            </a:extLst>
          </p:cNvPr>
          <p:cNvSpPr>
            <a:spLocks noGrp="1"/>
          </p:cNvSpPr>
          <p:nvPr>
            <p:ph type="title"/>
          </p:nvPr>
        </p:nvSpPr>
        <p:spPr/>
        <p:txBody>
          <a:bodyPr/>
          <a:lstStyle/>
          <a:p>
            <a:r>
              <a:rPr lang="fr-FR" dirty="0"/>
              <a:t>Jeu de données non linéairement séparable</a:t>
            </a:r>
          </a:p>
        </p:txBody>
      </p:sp>
      <p:sp>
        <p:nvSpPr>
          <p:cNvPr id="3" name="Content Placeholder 2">
            <a:extLst>
              <a:ext uri="{FF2B5EF4-FFF2-40B4-BE49-F238E27FC236}">
                <a16:creationId xmlns:a16="http://schemas.microsoft.com/office/drawing/2014/main" id="{84C11D71-60C6-4037-9F1A-F3A9F8F37EC8}"/>
              </a:ext>
            </a:extLst>
          </p:cNvPr>
          <p:cNvSpPr>
            <a:spLocks noGrp="1"/>
          </p:cNvSpPr>
          <p:nvPr>
            <p:ph idx="1"/>
          </p:nvPr>
        </p:nvSpPr>
        <p:spPr>
          <a:xfrm>
            <a:off x="1024128" y="2084832"/>
            <a:ext cx="9720071" cy="4224528"/>
          </a:xfrm>
        </p:spPr>
        <p:txBody>
          <a:bodyPr/>
          <a:lstStyle/>
          <a:p>
            <a:r>
              <a:rPr lang="fr-FR" dirty="0"/>
              <a:t>Le jeu de données ne peut pas être séparé par une droite.</a:t>
            </a:r>
          </a:p>
        </p:txBody>
      </p:sp>
      <p:pic>
        <p:nvPicPr>
          <p:cNvPr id="5" name="Picture 4">
            <a:extLst>
              <a:ext uri="{FF2B5EF4-FFF2-40B4-BE49-F238E27FC236}">
                <a16:creationId xmlns:a16="http://schemas.microsoft.com/office/drawing/2014/main" id="{ADD54AD0-5932-4EDF-A4E7-032FC56C351A}"/>
              </a:ext>
            </a:extLst>
          </p:cNvPr>
          <p:cNvPicPr>
            <a:picLocks noChangeAspect="1"/>
          </p:cNvPicPr>
          <p:nvPr/>
        </p:nvPicPr>
        <p:blipFill>
          <a:blip r:embed="rId2"/>
          <a:stretch>
            <a:fillRect/>
          </a:stretch>
        </p:blipFill>
        <p:spPr>
          <a:xfrm>
            <a:off x="1556620" y="2545673"/>
            <a:ext cx="9078760" cy="3964855"/>
          </a:xfrm>
          <a:prstGeom prst="rect">
            <a:avLst/>
          </a:prstGeom>
        </p:spPr>
      </p:pic>
      <p:sp>
        <p:nvSpPr>
          <p:cNvPr id="6" name="TextBox 5">
            <a:extLst>
              <a:ext uri="{FF2B5EF4-FFF2-40B4-BE49-F238E27FC236}">
                <a16:creationId xmlns:a16="http://schemas.microsoft.com/office/drawing/2014/main" id="{CC07A588-EE48-4273-AF9D-61E2ABDFA8D2}"/>
              </a:ext>
            </a:extLst>
          </p:cNvPr>
          <p:cNvSpPr txBox="1"/>
          <p:nvPr/>
        </p:nvSpPr>
        <p:spPr>
          <a:xfrm>
            <a:off x="8221826" y="3872599"/>
            <a:ext cx="577402" cy="1107996"/>
          </a:xfrm>
          <a:prstGeom prst="rect">
            <a:avLst/>
          </a:prstGeom>
          <a:noFill/>
        </p:spPr>
        <p:txBody>
          <a:bodyPr wrap="none" rtlCol="0">
            <a:spAutoFit/>
          </a:bodyPr>
          <a:lstStyle/>
          <a:p>
            <a:r>
              <a:rPr lang="fr-FR" sz="6600" dirty="0"/>
              <a:t>?</a:t>
            </a:r>
          </a:p>
        </p:txBody>
      </p:sp>
    </p:spTree>
    <p:extLst>
      <p:ext uri="{BB962C8B-B14F-4D97-AF65-F5344CB8AC3E}">
        <p14:creationId xmlns:p14="http://schemas.microsoft.com/office/powerpoint/2010/main" val="19716284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D5AF2C-E4B0-4549-90BD-F97924D93673}"/>
              </a:ext>
            </a:extLst>
          </p:cNvPr>
          <p:cNvSpPr>
            <a:spLocks noGrp="1"/>
          </p:cNvSpPr>
          <p:nvPr>
            <p:ph idx="1"/>
          </p:nvPr>
        </p:nvSpPr>
        <p:spPr/>
        <p:txBody>
          <a:bodyPr/>
          <a:lstStyle/>
          <a:p>
            <a:r>
              <a:rPr lang="en-US" dirty="0" err="1"/>
              <a:t>Exemple</a:t>
            </a:r>
            <a:r>
              <a:rPr lang="en-US" dirty="0"/>
              <a:t> simple : </a:t>
            </a:r>
            <a:r>
              <a:rPr lang="en-US" dirty="0" err="1"/>
              <a:t>Considérons</a:t>
            </a:r>
            <a:r>
              <a:rPr lang="en-US" dirty="0"/>
              <a:t> un jeu de données </a:t>
            </a:r>
            <a:r>
              <a:rPr lang="en-US" dirty="0" err="1"/>
              <a:t>uni-dimensionnel</a:t>
            </a:r>
            <a:endParaRPr lang="en-US" dirty="0"/>
          </a:p>
          <a:p>
            <a:r>
              <a:rPr lang="fr-FR" dirty="0"/>
              <a:t>Comment séparer les points de données ? </a:t>
            </a:r>
          </a:p>
          <a:p>
            <a:r>
              <a:rPr lang="fr-FR" dirty="0"/>
              <a:t>Où placer les vecteurs de support ?</a:t>
            </a:r>
          </a:p>
        </p:txBody>
      </p:sp>
      <p:pic>
        <p:nvPicPr>
          <p:cNvPr id="5" name="Picture 4">
            <a:extLst>
              <a:ext uri="{FF2B5EF4-FFF2-40B4-BE49-F238E27FC236}">
                <a16:creationId xmlns:a16="http://schemas.microsoft.com/office/drawing/2014/main" id="{46562E78-A45E-4DA6-962B-C599651DFC50}"/>
              </a:ext>
            </a:extLst>
          </p:cNvPr>
          <p:cNvPicPr>
            <a:picLocks noChangeAspect="1"/>
          </p:cNvPicPr>
          <p:nvPr/>
        </p:nvPicPr>
        <p:blipFill>
          <a:blip r:embed="rId2"/>
          <a:stretch>
            <a:fillRect/>
          </a:stretch>
        </p:blipFill>
        <p:spPr>
          <a:xfrm>
            <a:off x="3091017" y="4801061"/>
            <a:ext cx="5715000" cy="942975"/>
          </a:xfrm>
          <a:prstGeom prst="rect">
            <a:avLst/>
          </a:prstGeom>
        </p:spPr>
      </p:pic>
      <p:sp>
        <p:nvSpPr>
          <p:cNvPr id="6" name="Multiplication Sign 5">
            <a:extLst>
              <a:ext uri="{FF2B5EF4-FFF2-40B4-BE49-F238E27FC236}">
                <a16:creationId xmlns:a16="http://schemas.microsoft.com/office/drawing/2014/main" id="{F29B556A-B174-4B7F-AE88-B4C4F72CBA54}"/>
              </a:ext>
            </a:extLst>
          </p:cNvPr>
          <p:cNvSpPr/>
          <p:nvPr/>
        </p:nvSpPr>
        <p:spPr>
          <a:xfrm>
            <a:off x="6096000" y="5058697"/>
            <a:ext cx="231058" cy="206477"/>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Multiplication Sign 6">
            <a:extLst>
              <a:ext uri="{FF2B5EF4-FFF2-40B4-BE49-F238E27FC236}">
                <a16:creationId xmlns:a16="http://schemas.microsoft.com/office/drawing/2014/main" id="{A791AA63-984E-4E89-80B3-056DB390682B}"/>
              </a:ext>
            </a:extLst>
          </p:cNvPr>
          <p:cNvSpPr/>
          <p:nvPr/>
        </p:nvSpPr>
        <p:spPr>
          <a:xfrm>
            <a:off x="6985818" y="5063617"/>
            <a:ext cx="231058" cy="206477"/>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TextBox 7">
            <a:extLst>
              <a:ext uri="{FF2B5EF4-FFF2-40B4-BE49-F238E27FC236}">
                <a16:creationId xmlns:a16="http://schemas.microsoft.com/office/drawing/2014/main" id="{195A1703-9D2E-46AE-A27E-44F449C11C1C}"/>
              </a:ext>
            </a:extLst>
          </p:cNvPr>
          <p:cNvSpPr txBox="1"/>
          <p:nvPr/>
        </p:nvSpPr>
        <p:spPr>
          <a:xfrm>
            <a:off x="5922828" y="4157178"/>
            <a:ext cx="577402" cy="1107996"/>
          </a:xfrm>
          <a:prstGeom prst="rect">
            <a:avLst/>
          </a:prstGeom>
          <a:noFill/>
        </p:spPr>
        <p:txBody>
          <a:bodyPr wrap="none" rtlCol="0">
            <a:spAutoFit/>
          </a:bodyPr>
          <a:lstStyle/>
          <a:p>
            <a:r>
              <a:rPr lang="fr-FR" sz="6600" dirty="0"/>
              <a:t>?</a:t>
            </a:r>
          </a:p>
        </p:txBody>
      </p:sp>
      <p:sp>
        <p:nvSpPr>
          <p:cNvPr id="9" name="TextBox 8">
            <a:extLst>
              <a:ext uri="{FF2B5EF4-FFF2-40B4-BE49-F238E27FC236}">
                <a16:creationId xmlns:a16="http://schemas.microsoft.com/office/drawing/2014/main" id="{5DCA96A5-40AC-4AD2-BAB8-9166B89A125B}"/>
              </a:ext>
            </a:extLst>
          </p:cNvPr>
          <p:cNvSpPr txBox="1"/>
          <p:nvPr/>
        </p:nvSpPr>
        <p:spPr>
          <a:xfrm>
            <a:off x="6812646" y="4179595"/>
            <a:ext cx="577402" cy="1107996"/>
          </a:xfrm>
          <a:prstGeom prst="rect">
            <a:avLst/>
          </a:prstGeom>
          <a:noFill/>
        </p:spPr>
        <p:txBody>
          <a:bodyPr wrap="none" rtlCol="0">
            <a:spAutoFit/>
          </a:bodyPr>
          <a:lstStyle/>
          <a:p>
            <a:r>
              <a:rPr lang="fr-FR" sz="6600" dirty="0"/>
              <a:t>?</a:t>
            </a:r>
          </a:p>
        </p:txBody>
      </p:sp>
      <p:sp>
        <p:nvSpPr>
          <p:cNvPr id="10" name="Title 9">
            <a:extLst>
              <a:ext uri="{FF2B5EF4-FFF2-40B4-BE49-F238E27FC236}">
                <a16:creationId xmlns:a16="http://schemas.microsoft.com/office/drawing/2014/main" id="{0A8D9CBF-8843-788D-8482-D13DDB2EDD3A}"/>
              </a:ext>
            </a:extLst>
          </p:cNvPr>
          <p:cNvSpPr>
            <a:spLocks noGrp="1"/>
          </p:cNvSpPr>
          <p:nvPr>
            <p:ph type="title"/>
          </p:nvPr>
        </p:nvSpPr>
        <p:spPr/>
        <p:txBody>
          <a:bodyPr/>
          <a:lstStyle/>
          <a:p>
            <a:r>
              <a:rPr lang="fr-FR" dirty="0"/>
              <a:t>Jeu de données non linéairement séparable</a:t>
            </a:r>
            <a:endParaRPr lang="en-US" dirty="0"/>
          </a:p>
        </p:txBody>
      </p:sp>
    </p:spTree>
    <p:extLst>
      <p:ext uri="{BB962C8B-B14F-4D97-AF65-F5344CB8AC3E}">
        <p14:creationId xmlns:p14="http://schemas.microsoft.com/office/powerpoint/2010/main" val="2717089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22ABE-2EF9-4A04-9F64-FB78A1CC65C4}"/>
              </a:ext>
            </a:extLst>
          </p:cNvPr>
          <p:cNvSpPr>
            <a:spLocks noGrp="1"/>
          </p:cNvSpPr>
          <p:nvPr>
            <p:ph type="title"/>
          </p:nvPr>
        </p:nvSpPr>
        <p:spPr/>
        <p:txBody>
          <a:bodyPr/>
          <a:lstStyle/>
          <a:p>
            <a:r>
              <a:rPr lang="fr-FR" dirty="0"/>
              <a:t>Fonctions de projection (de mappage)</a:t>
            </a:r>
          </a:p>
        </p:txBody>
      </p:sp>
      <p:sp>
        <p:nvSpPr>
          <p:cNvPr id="3" name="Content Placeholder 2">
            <a:extLst>
              <a:ext uri="{FF2B5EF4-FFF2-40B4-BE49-F238E27FC236}">
                <a16:creationId xmlns:a16="http://schemas.microsoft.com/office/drawing/2014/main" id="{491A3F51-83D6-4667-A961-F0C7D5CC4612}"/>
              </a:ext>
            </a:extLst>
          </p:cNvPr>
          <p:cNvSpPr>
            <a:spLocks noGrp="1"/>
          </p:cNvSpPr>
          <p:nvPr>
            <p:ph idx="1"/>
          </p:nvPr>
        </p:nvSpPr>
        <p:spPr/>
        <p:txBody>
          <a:bodyPr/>
          <a:lstStyle/>
          <a:p>
            <a:r>
              <a:rPr lang="fr-FR" dirty="0"/>
              <a:t>Appliquer une ou plusieurs fonctions de projection :</a:t>
            </a:r>
          </a:p>
          <a:p>
            <a:r>
              <a:rPr lang="fr-FR" dirty="0"/>
              <a:t>e.g. : </a:t>
            </a:r>
          </a:p>
        </p:txBody>
      </p:sp>
      <p:pic>
        <p:nvPicPr>
          <p:cNvPr id="4" name="Picture 3">
            <a:extLst>
              <a:ext uri="{FF2B5EF4-FFF2-40B4-BE49-F238E27FC236}">
                <a16:creationId xmlns:a16="http://schemas.microsoft.com/office/drawing/2014/main" id="{D0EAECB4-CB67-4FB5-B48B-8E37D7F6D6E3}"/>
              </a:ext>
            </a:extLst>
          </p:cNvPr>
          <p:cNvPicPr>
            <a:picLocks noChangeAspect="1"/>
          </p:cNvPicPr>
          <p:nvPr/>
        </p:nvPicPr>
        <p:blipFill>
          <a:blip r:embed="rId2"/>
          <a:stretch>
            <a:fillRect/>
          </a:stretch>
        </p:blipFill>
        <p:spPr>
          <a:xfrm>
            <a:off x="3400733" y="2840037"/>
            <a:ext cx="5715000" cy="942975"/>
          </a:xfrm>
          <a:prstGeom prst="rect">
            <a:avLst/>
          </a:prstGeom>
        </p:spPr>
      </p:pic>
      <p:cxnSp>
        <p:nvCxnSpPr>
          <p:cNvPr id="6" name="Straight Connector 5">
            <a:extLst>
              <a:ext uri="{FF2B5EF4-FFF2-40B4-BE49-F238E27FC236}">
                <a16:creationId xmlns:a16="http://schemas.microsoft.com/office/drawing/2014/main" id="{C5A7B549-5E1A-4224-B843-9BF21D7F49BB}"/>
              </a:ext>
            </a:extLst>
          </p:cNvPr>
          <p:cNvCxnSpPr/>
          <p:nvPr/>
        </p:nvCxnSpPr>
        <p:spPr>
          <a:xfrm>
            <a:off x="6548284" y="321566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0C0D1F4-A1F9-49CD-9A98-C51E488A54B6}"/>
              </a:ext>
            </a:extLst>
          </p:cNvPr>
          <p:cNvCxnSpPr/>
          <p:nvPr/>
        </p:nvCxnSpPr>
        <p:spPr>
          <a:xfrm>
            <a:off x="6577781" y="3171415"/>
            <a:ext cx="0" cy="147484"/>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A25F4F0-F1F2-4B64-8B67-8744E29B3EC9}"/>
              </a:ext>
            </a:extLst>
          </p:cNvPr>
          <p:cNvSpPr txBox="1"/>
          <p:nvPr/>
        </p:nvSpPr>
        <p:spPr>
          <a:xfrm>
            <a:off x="6426938" y="3245157"/>
            <a:ext cx="288862" cy="338554"/>
          </a:xfrm>
          <a:prstGeom prst="rect">
            <a:avLst/>
          </a:prstGeom>
          <a:noFill/>
        </p:spPr>
        <p:txBody>
          <a:bodyPr wrap="none" rtlCol="0">
            <a:spAutoFit/>
          </a:bodyPr>
          <a:lstStyle/>
          <a:p>
            <a:r>
              <a:rPr lang="fr-FR" sz="1600" dirty="0"/>
              <a:t>5</a:t>
            </a:r>
            <a:endParaRPr lang="fr-FR" dirty="0"/>
          </a:p>
        </p:txBody>
      </p:sp>
      <p:pic>
        <p:nvPicPr>
          <p:cNvPr id="11" name="Picture 10">
            <a:extLst>
              <a:ext uri="{FF2B5EF4-FFF2-40B4-BE49-F238E27FC236}">
                <a16:creationId xmlns:a16="http://schemas.microsoft.com/office/drawing/2014/main" id="{5A508D9D-BF8E-4599-8EF8-0D76EEF12037}"/>
              </a:ext>
            </a:extLst>
          </p:cNvPr>
          <p:cNvPicPr>
            <a:picLocks noChangeAspect="1"/>
          </p:cNvPicPr>
          <p:nvPr/>
        </p:nvPicPr>
        <p:blipFill>
          <a:blip r:embed="rId3"/>
          <a:stretch>
            <a:fillRect/>
          </a:stretch>
        </p:blipFill>
        <p:spPr>
          <a:xfrm>
            <a:off x="1582917" y="3517343"/>
            <a:ext cx="1285875" cy="381000"/>
          </a:xfrm>
          <a:prstGeom prst="rect">
            <a:avLst/>
          </a:prstGeom>
        </p:spPr>
      </p:pic>
      <p:pic>
        <p:nvPicPr>
          <p:cNvPr id="13" name="Picture 12">
            <a:extLst>
              <a:ext uri="{FF2B5EF4-FFF2-40B4-BE49-F238E27FC236}">
                <a16:creationId xmlns:a16="http://schemas.microsoft.com/office/drawing/2014/main" id="{EC1C72AB-0C08-4978-BC19-14A6561D6B81}"/>
              </a:ext>
            </a:extLst>
          </p:cNvPr>
          <p:cNvPicPr>
            <a:picLocks noChangeAspect="1"/>
          </p:cNvPicPr>
          <p:nvPr/>
        </p:nvPicPr>
        <p:blipFill>
          <a:blip r:embed="rId4"/>
          <a:stretch>
            <a:fillRect/>
          </a:stretch>
        </p:blipFill>
        <p:spPr>
          <a:xfrm>
            <a:off x="3470634" y="3869044"/>
            <a:ext cx="5467350" cy="638175"/>
          </a:xfrm>
          <a:prstGeom prst="rect">
            <a:avLst/>
          </a:prstGeom>
        </p:spPr>
      </p:pic>
      <p:pic>
        <p:nvPicPr>
          <p:cNvPr id="17" name="Picture 16">
            <a:extLst>
              <a:ext uri="{FF2B5EF4-FFF2-40B4-BE49-F238E27FC236}">
                <a16:creationId xmlns:a16="http://schemas.microsoft.com/office/drawing/2014/main" id="{9A875833-7F3B-421A-92BC-FCE911A5261E}"/>
              </a:ext>
            </a:extLst>
          </p:cNvPr>
          <p:cNvPicPr>
            <a:picLocks noChangeAspect="1"/>
          </p:cNvPicPr>
          <p:nvPr/>
        </p:nvPicPr>
        <p:blipFill>
          <a:blip r:embed="rId5"/>
          <a:stretch>
            <a:fillRect/>
          </a:stretch>
        </p:blipFill>
        <p:spPr>
          <a:xfrm>
            <a:off x="1495579" y="4618553"/>
            <a:ext cx="1428750" cy="419100"/>
          </a:xfrm>
          <a:prstGeom prst="rect">
            <a:avLst/>
          </a:prstGeom>
        </p:spPr>
      </p:pic>
      <p:pic>
        <p:nvPicPr>
          <p:cNvPr id="19" name="Picture 18">
            <a:extLst>
              <a:ext uri="{FF2B5EF4-FFF2-40B4-BE49-F238E27FC236}">
                <a16:creationId xmlns:a16="http://schemas.microsoft.com/office/drawing/2014/main" id="{C5EE60B2-DBC4-4C9A-B0AF-F6CA149D07FD}"/>
              </a:ext>
            </a:extLst>
          </p:cNvPr>
          <p:cNvPicPr>
            <a:picLocks noChangeAspect="1"/>
          </p:cNvPicPr>
          <p:nvPr/>
        </p:nvPicPr>
        <p:blipFill>
          <a:blip r:embed="rId6"/>
          <a:stretch>
            <a:fillRect/>
          </a:stretch>
        </p:blipFill>
        <p:spPr>
          <a:xfrm>
            <a:off x="3548062" y="4805980"/>
            <a:ext cx="5095875" cy="1914525"/>
          </a:xfrm>
          <a:prstGeom prst="rect">
            <a:avLst/>
          </a:prstGeom>
        </p:spPr>
      </p:pic>
      <p:cxnSp>
        <p:nvCxnSpPr>
          <p:cNvPr id="21" name="Straight Connector 20">
            <a:extLst>
              <a:ext uri="{FF2B5EF4-FFF2-40B4-BE49-F238E27FC236}">
                <a16:creationId xmlns:a16="http://schemas.microsoft.com/office/drawing/2014/main" id="{68449C2C-BA2B-4356-B1CB-2C48C09CE095}"/>
              </a:ext>
            </a:extLst>
          </p:cNvPr>
          <p:cNvCxnSpPr>
            <a:cxnSpLocks/>
          </p:cNvCxnSpPr>
          <p:nvPr/>
        </p:nvCxnSpPr>
        <p:spPr>
          <a:xfrm flipV="1">
            <a:off x="4277032" y="5486400"/>
            <a:ext cx="3038168" cy="1234105"/>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412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57B4A-F889-4810-B26E-6E9F2C00336C}"/>
              </a:ext>
            </a:extLst>
          </p:cNvPr>
          <p:cNvSpPr>
            <a:spLocks noGrp="1"/>
          </p:cNvSpPr>
          <p:nvPr>
            <p:ph type="title"/>
          </p:nvPr>
        </p:nvSpPr>
        <p:spPr/>
        <p:txBody>
          <a:bodyPr/>
          <a:lstStyle/>
          <a:p>
            <a:r>
              <a:rPr lang="fr-FR" dirty="0"/>
              <a:t>Dataset à 2 dimensions</a:t>
            </a:r>
          </a:p>
        </p:txBody>
      </p:sp>
      <p:pic>
        <p:nvPicPr>
          <p:cNvPr id="5" name="Picture 4">
            <a:extLst>
              <a:ext uri="{FF2B5EF4-FFF2-40B4-BE49-F238E27FC236}">
                <a16:creationId xmlns:a16="http://schemas.microsoft.com/office/drawing/2014/main" id="{EC82D040-5266-4B1E-B7CD-6A59C042457E}"/>
              </a:ext>
            </a:extLst>
          </p:cNvPr>
          <p:cNvPicPr>
            <a:picLocks noChangeAspect="1"/>
          </p:cNvPicPr>
          <p:nvPr/>
        </p:nvPicPr>
        <p:blipFill>
          <a:blip r:embed="rId2"/>
          <a:stretch>
            <a:fillRect/>
          </a:stretch>
        </p:blipFill>
        <p:spPr>
          <a:xfrm>
            <a:off x="838200" y="2209800"/>
            <a:ext cx="10401300" cy="4648200"/>
          </a:xfrm>
          <a:prstGeom prst="rect">
            <a:avLst/>
          </a:prstGeom>
        </p:spPr>
      </p:pic>
    </p:spTree>
    <p:extLst>
      <p:ext uri="{BB962C8B-B14F-4D97-AF65-F5344CB8AC3E}">
        <p14:creationId xmlns:p14="http://schemas.microsoft.com/office/powerpoint/2010/main" val="16903177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8F69C-B7D6-405D-8504-8EC50E455729}"/>
              </a:ext>
            </a:extLst>
          </p:cNvPr>
          <p:cNvSpPr>
            <a:spLocks noGrp="1"/>
          </p:cNvSpPr>
          <p:nvPr>
            <p:ph type="title"/>
          </p:nvPr>
        </p:nvSpPr>
        <p:spPr/>
        <p:txBody>
          <a:bodyPr/>
          <a:lstStyle/>
          <a:p>
            <a:r>
              <a:rPr lang="fr-FR" dirty="0"/>
              <a:t>Projeter de nouveau dans l’espace 2D</a:t>
            </a:r>
          </a:p>
        </p:txBody>
      </p:sp>
      <p:sp>
        <p:nvSpPr>
          <p:cNvPr id="3" name="Content Placeholder 2">
            <a:extLst>
              <a:ext uri="{FF2B5EF4-FFF2-40B4-BE49-F238E27FC236}">
                <a16:creationId xmlns:a16="http://schemas.microsoft.com/office/drawing/2014/main" id="{9C5BBDFD-9DF5-4400-AC71-2EC9AD2B8BCF}"/>
              </a:ext>
            </a:extLst>
          </p:cNvPr>
          <p:cNvSpPr>
            <a:spLocks noGrp="1"/>
          </p:cNvSpPr>
          <p:nvPr>
            <p:ph idx="1"/>
          </p:nvPr>
        </p:nvSpPr>
        <p:spPr/>
        <p:txBody>
          <a:bodyPr/>
          <a:lstStyle/>
          <a:p>
            <a:endParaRPr lang="fr-FR"/>
          </a:p>
        </p:txBody>
      </p:sp>
      <p:pic>
        <p:nvPicPr>
          <p:cNvPr id="5" name="Picture 4">
            <a:extLst>
              <a:ext uri="{FF2B5EF4-FFF2-40B4-BE49-F238E27FC236}">
                <a16:creationId xmlns:a16="http://schemas.microsoft.com/office/drawing/2014/main" id="{17A354CA-3BF1-43F4-8D64-2AE7108E750C}"/>
              </a:ext>
            </a:extLst>
          </p:cNvPr>
          <p:cNvPicPr>
            <a:picLocks noChangeAspect="1"/>
          </p:cNvPicPr>
          <p:nvPr/>
        </p:nvPicPr>
        <p:blipFill>
          <a:blip r:embed="rId2"/>
          <a:stretch>
            <a:fillRect/>
          </a:stretch>
        </p:blipFill>
        <p:spPr>
          <a:xfrm>
            <a:off x="895350" y="1844675"/>
            <a:ext cx="10401300" cy="4648200"/>
          </a:xfrm>
          <a:prstGeom prst="rect">
            <a:avLst/>
          </a:prstGeom>
        </p:spPr>
      </p:pic>
    </p:spTree>
    <p:extLst>
      <p:ext uri="{BB962C8B-B14F-4D97-AF65-F5344CB8AC3E}">
        <p14:creationId xmlns:p14="http://schemas.microsoft.com/office/powerpoint/2010/main" val="2428143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E22CF-7D8F-1DA8-0CFB-029AD45C624E}"/>
              </a:ext>
            </a:extLst>
          </p:cNvPr>
          <p:cNvSpPr>
            <a:spLocks noGrp="1"/>
          </p:cNvSpPr>
          <p:nvPr>
            <p:ph type="title"/>
          </p:nvPr>
        </p:nvSpPr>
        <p:spPr/>
        <p:txBody>
          <a:bodyPr/>
          <a:lstStyle/>
          <a:p>
            <a:r>
              <a:rPr lang="fr-FR" dirty="0"/>
              <a:t>noyau (ou Kernel) ?</a:t>
            </a:r>
            <a:endParaRPr lang="en-US" dirty="0"/>
          </a:p>
        </p:txBody>
      </p:sp>
      <p:sp>
        <p:nvSpPr>
          <p:cNvPr id="3" name="Content Placeholder 2">
            <a:extLst>
              <a:ext uri="{FF2B5EF4-FFF2-40B4-BE49-F238E27FC236}">
                <a16:creationId xmlns:a16="http://schemas.microsoft.com/office/drawing/2014/main" id="{9D7354EE-D6F3-4A3A-EF85-D5920368E577}"/>
              </a:ext>
            </a:extLst>
          </p:cNvPr>
          <p:cNvSpPr>
            <a:spLocks noGrp="1"/>
          </p:cNvSpPr>
          <p:nvPr>
            <p:ph idx="1"/>
          </p:nvPr>
        </p:nvSpPr>
        <p:spPr>
          <a:xfrm>
            <a:off x="1024128" y="2286000"/>
            <a:ext cx="10247930" cy="4023360"/>
          </a:xfrm>
        </p:spPr>
        <p:txBody>
          <a:bodyPr>
            <a:normAutofit lnSpcReduction="10000"/>
          </a:bodyPr>
          <a:lstStyle/>
          <a:p>
            <a:r>
              <a:rPr lang="fr-FR" dirty="0"/>
              <a:t>Un noyau (kernel) est une fonction utilisée dans les SVM pour faciliter la résolution de problèmes complexes. Il offre un raccourci permettant d’éviter des calculs trop lourds.</a:t>
            </a:r>
          </a:p>
          <a:p>
            <a:r>
              <a:rPr lang="fr-FR" dirty="0"/>
              <a:t>Les SVM sont une méthode à noyaux. Ces méthodes utilisent des noyaux pour projeter l’espace des données d’entrée vers un espace de dimension supérieure, où les données sont supposées linéairement séparables. Dans ce nouvel espace, un classificateur linéaire est entraîné, puis les données sont étiquetées.</a:t>
            </a:r>
          </a:p>
          <a:p>
            <a:r>
              <a:rPr lang="fr-FR" b="1" dirty="0"/>
              <a:t>Mais qu’est-ce qu’un noyau ?</a:t>
            </a:r>
          </a:p>
          <a:p>
            <a:r>
              <a:rPr lang="fr-FR" dirty="0"/>
              <a:t>De la même manière qu’une matrice représente une transformation linéaire d’un espace vectoriel, </a:t>
            </a:r>
            <a:r>
              <a:rPr lang="fr-FR" b="1" dirty="0"/>
              <a:t>un noyau représente une transformation linéaire d’une fonction</a:t>
            </a:r>
            <a:r>
              <a:rPr lang="fr-FR" dirty="0"/>
              <a:t>.</a:t>
            </a:r>
          </a:p>
          <a:p>
            <a:r>
              <a:rPr lang="fr-FR" dirty="0"/>
              <a:t>Les noyaux permettent donc de projeter les données d’entrée dans un espace différent, où il devient le plus facile de classer les données.</a:t>
            </a:r>
            <a:endParaRPr lang="en-US" dirty="0"/>
          </a:p>
        </p:txBody>
      </p:sp>
    </p:spTree>
    <p:extLst>
      <p:ext uri="{BB962C8B-B14F-4D97-AF65-F5344CB8AC3E}">
        <p14:creationId xmlns:p14="http://schemas.microsoft.com/office/powerpoint/2010/main" val="6543367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A5911-F322-4E77-958A-7E6E92127EBD}"/>
              </a:ext>
            </a:extLst>
          </p:cNvPr>
          <p:cNvSpPr>
            <a:spLocks noGrp="1"/>
          </p:cNvSpPr>
          <p:nvPr>
            <p:ph type="title"/>
          </p:nvPr>
        </p:nvSpPr>
        <p:spPr/>
        <p:txBody>
          <a:bodyPr/>
          <a:lstStyle/>
          <a:p>
            <a:r>
              <a:rPr lang="fr-FR" dirty="0" err="1"/>
              <a:t>Why</a:t>
            </a:r>
            <a:r>
              <a:rPr lang="fr-FR" dirty="0"/>
              <a:t> use Kernel SVM ?</a:t>
            </a:r>
          </a:p>
        </p:txBody>
      </p:sp>
      <p:sp>
        <p:nvSpPr>
          <p:cNvPr id="3" name="Content Placeholder 2">
            <a:extLst>
              <a:ext uri="{FF2B5EF4-FFF2-40B4-BE49-F238E27FC236}">
                <a16:creationId xmlns:a16="http://schemas.microsoft.com/office/drawing/2014/main" id="{7F1B6B6C-4522-4935-AFDC-6BF7FAB928FA}"/>
              </a:ext>
            </a:extLst>
          </p:cNvPr>
          <p:cNvSpPr>
            <a:spLocks noGrp="1"/>
          </p:cNvSpPr>
          <p:nvPr>
            <p:ph idx="1"/>
          </p:nvPr>
        </p:nvSpPr>
        <p:spPr/>
        <p:txBody>
          <a:bodyPr/>
          <a:lstStyle/>
          <a:p>
            <a:r>
              <a:rPr lang="en-US" dirty="0"/>
              <a:t>Mapping functions issue :</a:t>
            </a:r>
          </a:p>
          <a:p>
            <a:pPr lvl="1"/>
            <a:r>
              <a:rPr lang="en-US" dirty="0"/>
              <a:t>mapping to higher space can be very computationally intensive</a:t>
            </a:r>
          </a:p>
          <a:p>
            <a:pPr lvl="1"/>
            <a:endParaRPr lang="fr-FR" b="1" dirty="0"/>
          </a:p>
          <a:p>
            <a:r>
              <a:rPr lang="fr-FR" dirty="0"/>
              <a:t>Solution :</a:t>
            </a:r>
          </a:p>
          <a:p>
            <a:r>
              <a:rPr lang="fr-FR" b="1" dirty="0"/>
              <a:t>Kernel SVM </a:t>
            </a:r>
            <a:r>
              <a:rPr lang="fr-FR" dirty="0" err="1"/>
              <a:t>using</a:t>
            </a:r>
            <a:r>
              <a:rPr lang="fr-FR" dirty="0"/>
              <a:t> </a:t>
            </a:r>
            <a:r>
              <a:rPr lang="fr-FR" dirty="0" err="1"/>
              <a:t>optimized</a:t>
            </a:r>
            <a:r>
              <a:rPr lang="fr-FR" dirty="0"/>
              <a:t> kernel </a:t>
            </a:r>
            <a:r>
              <a:rPr lang="fr-FR" dirty="0" err="1"/>
              <a:t>functions</a:t>
            </a:r>
            <a:endParaRPr lang="fr-FR" dirty="0"/>
          </a:p>
          <a:p>
            <a:pPr marL="0" indent="0">
              <a:buNone/>
            </a:pPr>
            <a:endParaRPr lang="en-US" dirty="0"/>
          </a:p>
          <a:p>
            <a:pPr marL="0" indent="0">
              <a:buNone/>
            </a:pPr>
            <a:r>
              <a:rPr lang="en-US" dirty="0"/>
              <a:t>In cases where data is not linearly separable, kernel trick can be applied, where data is transformed using some nonlinear function so the resulting transformed points become linearly separable.</a:t>
            </a:r>
            <a:endParaRPr lang="fr-FR" dirty="0"/>
          </a:p>
        </p:txBody>
      </p:sp>
    </p:spTree>
    <p:extLst>
      <p:ext uri="{BB962C8B-B14F-4D97-AF65-F5344CB8AC3E}">
        <p14:creationId xmlns:p14="http://schemas.microsoft.com/office/powerpoint/2010/main" val="13878196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8CBFC-C704-89F8-2F41-F91F99ABB633}"/>
              </a:ext>
            </a:extLst>
          </p:cNvPr>
          <p:cNvSpPr>
            <a:spLocks noGrp="1"/>
          </p:cNvSpPr>
          <p:nvPr>
            <p:ph type="title"/>
          </p:nvPr>
        </p:nvSpPr>
        <p:spPr/>
        <p:txBody>
          <a:bodyPr/>
          <a:lstStyle/>
          <a:p>
            <a:r>
              <a:rPr lang="en-US" dirty="0" err="1"/>
              <a:t>Fonctions</a:t>
            </a:r>
            <a:r>
              <a:rPr lang="en-US" dirty="0"/>
              <a:t> SVM Kernel </a:t>
            </a:r>
            <a:r>
              <a:rPr lang="en-US" dirty="0" err="1"/>
              <a:t>populaires</a:t>
            </a:r>
            <a:endParaRPr lang="en-US" dirty="0"/>
          </a:p>
        </p:txBody>
      </p:sp>
      <p:sp>
        <p:nvSpPr>
          <p:cNvPr id="3" name="Content Placeholder 2">
            <a:extLst>
              <a:ext uri="{FF2B5EF4-FFF2-40B4-BE49-F238E27FC236}">
                <a16:creationId xmlns:a16="http://schemas.microsoft.com/office/drawing/2014/main" id="{31C7D633-B7EF-4FF6-4E85-B6C5267FB89F}"/>
              </a:ext>
            </a:extLst>
          </p:cNvPr>
          <p:cNvSpPr>
            <a:spLocks noGrp="1"/>
          </p:cNvSpPr>
          <p:nvPr>
            <p:ph idx="1"/>
          </p:nvPr>
        </p:nvSpPr>
        <p:spPr/>
        <p:txBody>
          <a:bodyPr/>
          <a:lstStyle/>
          <a:p>
            <a:pPr>
              <a:buFont typeface="Wingdings" panose="05000000000000000000" pitchFamily="2" charset="2"/>
              <a:buChar char="§"/>
            </a:pPr>
            <a:r>
              <a:rPr lang="en-US" dirty="0"/>
              <a:t>Linear Kernel</a:t>
            </a:r>
          </a:p>
          <a:p>
            <a:pPr>
              <a:buFont typeface="Wingdings" panose="05000000000000000000" pitchFamily="2" charset="2"/>
              <a:buChar char="§"/>
            </a:pPr>
            <a:r>
              <a:rPr lang="en-US" dirty="0"/>
              <a:t>Polynomial Kernel </a:t>
            </a:r>
          </a:p>
          <a:p>
            <a:pPr>
              <a:buFont typeface="Wingdings" panose="05000000000000000000" pitchFamily="2" charset="2"/>
              <a:buChar char="§"/>
            </a:pPr>
            <a:r>
              <a:rPr lang="en-US" b="1" u="sng" dirty="0"/>
              <a:t>Gaussian Radial Basis Function (RBF)</a:t>
            </a:r>
          </a:p>
          <a:p>
            <a:pPr lvl="1">
              <a:buFont typeface="Wingdings" panose="05000000000000000000" pitchFamily="2" charset="2"/>
              <a:buChar char="§"/>
            </a:pPr>
            <a:r>
              <a:rPr lang="en-US" b="1" dirty="0"/>
              <a:t> </a:t>
            </a:r>
            <a:r>
              <a:rPr lang="fr-FR" b="1" dirty="0"/>
              <a:t>C’est un noyau couramment utilisé. Il est employé lorsqu’il n’existe aucune connaissance préalable sur le jeu de données considéré.</a:t>
            </a:r>
            <a:r>
              <a:rPr lang="en-US" b="1" dirty="0"/>
              <a:t>.</a:t>
            </a:r>
          </a:p>
          <a:p>
            <a:pPr>
              <a:buFont typeface="Wingdings" panose="05000000000000000000" pitchFamily="2" charset="2"/>
              <a:buChar char="§"/>
            </a:pPr>
            <a:r>
              <a:rPr lang="en-US" dirty="0"/>
              <a:t>Sigmoid Kernel</a:t>
            </a:r>
          </a:p>
          <a:p>
            <a:pPr>
              <a:buFont typeface="Wingdings" panose="05000000000000000000" pitchFamily="2" charset="2"/>
              <a:buChar char="§"/>
            </a:pPr>
            <a:r>
              <a:rPr lang="en-US" dirty="0"/>
              <a:t>Gaussian Kernel</a:t>
            </a:r>
          </a:p>
          <a:p>
            <a:pPr>
              <a:buFont typeface="Wingdings" panose="05000000000000000000" pitchFamily="2" charset="2"/>
              <a:buChar char="§"/>
            </a:pPr>
            <a:r>
              <a:rPr lang="en-US" dirty="0"/>
              <a:t>Bessel function kernel</a:t>
            </a:r>
          </a:p>
          <a:p>
            <a:pPr>
              <a:buFont typeface="Wingdings" panose="05000000000000000000" pitchFamily="2" charset="2"/>
              <a:buChar char="§"/>
            </a:pPr>
            <a:r>
              <a:rPr lang="en-US" dirty="0"/>
              <a:t>ANOVA kernel</a:t>
            </a:r>
          </a:p>
        </p:txBody>
      </p:sp>
      <p:sp>
        <p:nvSpPr>
          <p:cNvPr id="5" name="TextBox 4">
            <a:extLst>
              <a:ext uri="{FF2B5EF4-FFF2-40B4-BE49-F238E27FC236}">
                <a16:creationId xmlns:a16="http://schemas.microsoft.com/office/drawing/2014/main" id="{5D020AD0-E731-D672-8F26-D0A59D456C8F}"/>
              </a:ext>
            </a:extLst>
          </p:cNvPr>
          <p:cNvSpPr txBox="1"/>
          <p:nvPr/>
        </p:nvSpPr>
        <p:spPr>
          <a:xfrm>
            <a:off x="5983472" y="5004023"/>
            <a:ext cx="4500230" cy="923330"/>
          </a:xfrm>
          <a:prstGeom prst="rect">
            <a:avLst/>
          </a:prstGeom>
          <a:noFill/>
        </p:spPr>
        <p:txBody>
          <a:bodyPr wrap="square">
            <a:spAutoFit/>
          </a:bodyPr>
          <a:lstStyle/>
          <a:p>
            <a:r>
              <a:rPr lang="fr-FR" dirty="0"/>
              <a:t>Pour en savoir plus sur les SVM à noyaux (Kernel SVM), consultez : </a:t>
            </a:r>
            <a:r>
              <a:rPr lang="en-US" dirty="0">
                <a:hlinkClick r:id="rId2"/>
              </a:rPr>
              <a:t>https://dataaspirant.com/svm-kernels/</a:t>
            </a:r>
            <a:r>
              <a:rPr lang="en-US" dirty="0"/>
              <a:t> </a:t>
            </a:r>
          </a:p>
        </p:txBody>
      </p:sp>
    </p:spTree>
    <p:extLst>
      <p:ext uri="{BB962C8B-B14F-4D97-AF65-F5344CB8AC3E}">
        <p14:creationId xmlns:p14="http://schemas.microsoft.com/office/powerpoint/2010/main" val="33014943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282FF-DB66-4FEC-BCC1-C11803D8D53B}"/>
              </a:ext>
            </a:extLst>
          </p:cNvPr>
          <p:cNvSpPr>
            <a:spLocks noGrp="1"/>
          </p:cNvSpPr>
          <p:nvPr>
            <p:ph type="title"/>
          </p:nvPr>
        </p:nvSpPr>
        <p:spPr/>
        <p:txBody>
          <a:bodyPr/>
          <a:lstStyle/>
          <a:p>
            <a:r>
              <a:rPr lang="fr-FR" dirty="0"/>
              <a:t>Kernel</a:t>
            </a:r>
          </a:p>
        </p:txBody>
      </p:sp>
      <p:pic>
        <p:nvPicPr>
          <p:cNvPr id="5" name="Picture 4">
            <a:extLst>
              <a:ext uri="{FF2B5EF4-FFF2-40B4-BE49-F238E27FC236}">
                <a16:creationId xmlns:a16="http://schemas.microsoft.com/office/drawing/2014/main" id="{EFA09FED-042D-4A06-9A03-3A51D11E8D65}"/>
              </a:ext>
            </a:extLst>
          </p:cNvPr>
          <p:cNvPicPr>
            <a:picLocks noChangeAspect="1"/>
          </p:cNvPicPr>
          <p:nvPr/>
        </p:nvPicPr>
        <p:blipFill>
          <a:blip r:embed="rId2"/>
          <a:stretch>
            <a:fillRect/>
          </a:stretch>
        </p:blipFill>
        <p:spPr>
          <a:xfrm>
            <a:off x="1172190" y="2036021"/>
            <a:ext cx="4095750" cy="1400175"/>
          </a:xfrm>
          <a:prstGeom prst="rect">
            <a:avLst/>
          </a:prstGeom>
        </p:spPr>
      </p:pic>
      <p:cxnSp>
        <p:nvCxnSpPr>
          <p:cNvPr id="7" name="Straight Arrow Connector 6">
            <a:extLst>
              <a:ext uri="{FF2B5EF4-FFF2-40B4-BE49-F238E27FC236}">
                <a16:creationId xmlns:a16="http://schemas.microsoft.com/office/drawing/2014/main" id="{1B7D033F-6F6D-4276-8461-02DEC4D808B5}"/>
              </a:ext>
            </a:extLst>
          </p:cNvPr>
          <p:cNvCxnSpPr>
            <a:cxnSpLocks/>
          </p:cNvCxnSpPr>
          <p:nvPr/>
        </p:nvCxnSpPr>
        <p:spPr>
          <a:xfrm flipH="1">
            <a:off x="1681316" y="3010284"/>
            <a:ext cx="195446" cy="12404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C5F8D23-50C0-4D5B-A213-A6AEE72A6E10}"/>
              </a:ext>
            </a:extLst>
          </p:cNvPr>
          <p:cNvCxnSpPr>
            <a:cxnSpLocks/>
          </p:cNvCxnSpPr>
          <p:nvPr/>
        </p:nvCxnSpPr>
        <p:spPr>
          <a:xfrm>
            <a:off x="4935794" y="2283952"/>
            <a:ext cx="10698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824B335-EFB3-47E7-B818-81EFB1E36751}"/>
              </a:ext>
            </a:extLst>
          </p:cNvPr>
          <p:cNvSpPr txBox="1"/>
          <p:nvPr/>
        </p:nvSpPr>
        <p:spPr>
          <a:xfrm>
            <a:off x="3128224" y="3700923"/>
            <a:ext cx="2601866" cy="646331"/>
          </a:xfrm>
          <a:prstGeom prst="rect">
            <a:avLst/>
          </a:prstGeom>
          <a:noFill/>
        </p:spPr>
        <p:txBody>
          <a:bodyPr wrap="none" rtlCol="0">
            <a:spAutoFit/>
          </a:bodyPr>
          <a:lstStyle/>
          <a:p>
            <a:r>
              <a:rPr lang="fr-FR" dirty="0"/>
              <a:t>Landmark(s)</a:t>
            </a:r>
          </a:p>
          <a:p>
            <a:r>
              <a:rPr lang="fr-FR" dirty="0"/>
              <a:t>Le(s) point(s) de repère(s)</a:t>
            </a:r>
          </a:p>
        </p:txBody>
      </p:sp>
      <p:sp>
        <p:nvSpPr>
          <p:cNvPr id="11" name="TextBox 10">
            <a:extLst>
              <a:ext uri="{FF2B5EF4-FFF2-40B4-BE49-F238E27FC236}">
                <a16:creationId xmlns:a16="http://schemas.microsoft.com/office/drawing/2014/main" id="{BF64B5E2-17B6-4C04-BDD1-D3A56B077124}"/>
              </a:ext>
            </a:extLst>
          </p:cNvPr>
          <p:cNvSpPr txBox="1"/>
          <p:nvPr/>
        </p:nvSpPr>
        <p:spPr>
          <a:xfrm>
            <a:off x="886182" y="4154166"/>
            <a:ext cx="2273379" cy="646331"/>
          </a:xfrm>
          <a:prstGeom prst="rect">
            <a:avLst/>
          </a:prstGeom>
          <a:noFill/>
        </p:spPr>
        <p:txBody>
          <a:bodyPr wrap="none" rtlCol="0">
            <a:spAutoFit/>
          </a:bodyPr>
          <a:lstStyle/>
          <a:p>
            <a:r>
              <a:rPr lang="fr-FR" dirty="0"/>
              <a:t>Les vecteurs x </a:t>
            </a:r>
          </a:p>
          <a:p>
            <a:r>
              <a:rPr lang="fr-FR" dirty="0"/>
              <a:t>(les points de données)</a:t>
            </a:r>
          </a:p>
        </p:txBody>
      </p:sp>
      <p:cxnSp>
        <p:nvCxnSpPr>
          <p:cNvPr id="13" name="Straight Arrow Connector 12">
            <a:extLst>
              <a:ext uri="{FF2B5EF4-FFF2-40B4-BE49-F238E27FC236}">
                <a16:creationId xmlns:a16="http://schemas.microsoft.com/office/drawing/2014/main" id="{6CC30F12-F784-4026-AC83-1A5FE4CB872B}"/>
              </a:ext>
            </a:extLst>
          </p:cNvPr>
          <p:cNvCxnSpPr>
            <a:cxnSpLocks/>
          </p:cNvCxnSpPr>
          <p:nvPr/>
        </p:nvCxnSpPr>
        <p:spPr>
          <a:xfrm>
            <a:off x="2308475" y="2942816"/>
            <a:ext cx="911590" cy="7581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8B0E0C4-73CB-4D4A-8AF0-7CA3CD9730ED}"/>
              </a:ext>
            </a:extLst>
          </p:cNvPr>
          <p:cNvSpPr txBox="1"/>
          <p:nvPr/>
        </p:nvSpPr>
        <p:spPr>
          <a:xfrm>
            <a:off x="6044075" y="2099285"/>
            <a:ext cx="1611367" cy="1200329"/>
          </a:xfrm>
          <a:prstGeom prst="rect">
            <a:avLst/>
          </a:prstGeom>
          <a:noFill/>
        </p:spPr>
        <p:txBody>
          <a:bodyPr wrap="square" rtlCol="0">
            <a:spAutoFit/>
          </a:bodyPr>
          <a:lstStyle/>
          <a:p>
            <a:r>
              <a:rPr lang="en-US" dirty="0"/>
              <a:t>Distance entre les points de données et les landmarks</a:t>
            </a:r>
            <a:endParaRPr lang="fr-FR" dirty="0"/>
          </a:p>
        </p:txBody>
      </p:sp>
      <p:pic>
        <p:nvPicPr>
          <p:cNvPr id="17" name="Picture 16">
            <a:extLst>
              <a:ext uri="{FF2B5EF4-FFF2-40B4-BE49-F238E27FC236}">
                <a16:creationId xmlns:a16="http://schemas.microsoft.com/office/drawing/2014/main" id="{852170A0-2662-4107-87D6-D2F11A7F908E}"/>
              </a:ext>
            </a:extLst>
          </p:cNvPr>
          <p:cNvPicPr>
            <a:picLocks noChangeAspect="1"/>
          </p:cNvPicPr>
          <p:nvPr/>
        </p:nvPicPr>
        <p:blipFill>
          <a:blip r:embed="rId3"/>
          <a:stretch>
            <a:fillRect/>
          </a:stretch>
        </p:blipFill>
        <p:spPr>
          <a:xfrm>
            <a:off x="748175" y="1624162"/>
            <a:ext cx="5295900" cy="504825"/>
          </a:xfrm>
          <a:prstGeom prst="rect">
            <a:avLst/>
          </a:prstGeom>
        </p:spPr>
      </p:pic>
      <p:sp>
        <p:nvSpPr>
          <p:cNvPr id="4" name="TextBox 3">
            <a:extLst>
              <a:ext uri="{FF2B5EF4-FFF2-40B4-BE49-F238E27FC236}">
                <a16:creationId xmlns:a16="http://schemas.microsoft.com/office/drawing/2014/main" id="{BEB9BABA-A0FB-9E84-EA88-35B9613FBF1B}"/>
              </a:ext>
            </a:extLst>
          </p:cNvPr>
          <p:cNvSpPr txBox="1"/>
          <p:nvPr/>
        </p:nvSpPr>
        <p:spPr>
          <a:xfrm>
            <a:off x="547072" y="4800497"/>
            <a:ext cx="11315587" cy="1815882"/>
          </a:xfrm>
          <a:prstGeom prst="rect">
            <a:avLst/>
          </a:prstGeom>
          <a:noFill/>
        </p:spPr>
        <p:txBody>
          <a:bodyPr wrap="square">
            <a:spAutoFit/>
          </a:bodyPr>
          <a:lstStyle/>
          <a:p>
            <a:r>
              <a:rPr lang="fr-FR" sz="1600" b="0" i="0" dirty="0">
                <a:solidFill>
                  <a:srgbClr val="202124"/>
                </a:solidFill>
                <a:effectLst/>
                <a:latin typeface="arial" panose="020B0604020202020204" pitchFamily="34" charset="0"/>
              </a:rPr>
              <a:t>Le terme « noyau » (Kernel) est </a:t>
            </a:r>
            <a:r>
              <a:rPr lang="fr-FR" sz="1600" b="1" i="0" dirty="0">
                <a:solidFill>
                  <a:srgbClr val="202124"/>
                </a:solidFill>
                <a:effectLst/>
                <a:latin typeface="arial" panose="020B0604020202020204" pitchFamily="34" charset="0"/>
              </a:rPr>
              <a:t>utilisé pour désigner un ensemble de fonctions mathématiques employées dans les machines à vecteurs de support (SVM), </a:t>
            </a:r>
            <a:r>
              <a:rPr lang="fr-FR" sz="1600" b="0" i="0" dirty="0">
                <a:solidFill>
                  <a:srgbClr val="202124"/>
                </a:solidFill>
                <a:effectLst/>
                <a:latin typeface="arial" panose="020B0604020202020204" pitchFamily="34" charset="0"/>
              </a:rPr>
              <a:t>qui offrent une fenêtre permettant de manipuler les données. Ainsi, la fonction de noyau transforme généralement le jeu de données d’entraînement de manière à ce qu’une surface de décision non linéaire puisse être convertie en une équation linéaire dans un espace de dimension supérieure.</a:t>
            </a:r>
          </a:p>
          <a:p>
            <a:endParaRPr lang="fr-FR" sz="1600" b="0" i="0" dirty="0">
              <a:solidFill>
                <a:srgbClr val="202124"/>
              </a:solidFill>
              <a:effectLst/>
              <a:latin typeface="arial" panose="020B0604020202020204" pitchFamily="34" charset="0"/>
            </a:endParaRPr>
          </a:p>
          <a:p>
            <a:r>
              <a:rPr lang="fr-FR" sz="1600" dirty="0">
                <a:solidFill>
                  <a:srgbClr val="202124"/>
                </a:solidFill>
                <a:latin typeface="arial" panose="020B0604020202020204" pitchFamily="34" charset="0"/>
              </a:rPr>
              <a:t>En apprentissage automatique</a:t>
            </a:r>
            <a:r>
              <a:rPr lang="fr-FR" sz="1600" b="1" dirty="0">
                <a:solidFill>
                  <a:srgbClr val="202124"/>
                </a:solidFill>
                <a:latin typeface="arial" panose="020B0604020202020204" pitchFamily="34" charset="0"/>
              </a:rPr>
              <a:t>, le noyau à fonction de base radiale (RBF Kernel) est une fonction de noyau très populaire, utilisée dans de nombreux algorithmes d’apprentissage à noyaux.</a:t>
            </a:r>
            <a:endParaRPr lang="en-US" sz="1600" b="1" dirty="0">
              <a:solidFill>
                <a:srgbClr val="202124"/>
              </a:solidFill>
              <a:latin typeface="arial" panose="020B0604020202020204" pitchFamily="34" charset="0"/>
            </a:endParaRPr>
          </a:p>
        </p:txBody>
      </p:sp>
      <p:sp>
        <p:nvSpPr>
          <p:cNvPr id="14" name="TextBox 13">
            <a:extLst>
              <a:ext uri="{FF2B5EF4-FFF2-40B4-BE49-F238E27FC236}">
                <a16:creationId xmlns:a16="http://schemas.microsoft.com/office/drawing/2014/main" id="{452C9E50-45EA-F3CF-F8BB-78D1E7FCBE71}"/>
              </a:ext>
            </a:extLst>
          </p:cNvPr>
          <p:cNvSpPr txBox="1"/>
          <p:nvPr/>
        </p:nvSpPr>
        <p:spPr>
          <a:xfrm>
            <a:off x="7770398" y="1478616"/>
            <a:ext cx="4225264" cy="2246769"/>
          </a:xfrm>
          <a:prstGeom prst="rect">
            <a:avLst/>
          </a:prstGeom>
          <a:noFill/>
        </p:spPr>
        <p:txBody>
          <a:bodyPr wrap="square">
            <a:spAutoFit/>
          </a:bodyPr>
          <a:lstStyle/>
          <a:p>
            <a:r>
              <a:rPr lang="fr-FR" sz="1400" b="0" i="1" dirty="0">
                <a:solidFill>
                  <a:srgbClr val="24292F"/>
                </a:solidFill>
                <a:effectLst/>
                <a:latin typeface="-apple-system"/>
              </a:rPr>
              <a:t>Comme les caractéristiques polynomiales peuvent être coûteuses à calculer, il est courant d’introduire des noyaux (kernels).Pour cela, on calcule de nouvelles caractéristiques qui dépendent de la similarité entre les variables et les exemples. C’est un peu comme si l’on plaçait des points de repère (</a:t>
            </a:r>
            <a:r>
              <a:rPr lang="fr-FR" sz="1400" b="0" i="1" dirty="0" err="1">
                <a:solidFill>
                  <a:srgbClr val="24292F"/>
                </a:solidFill>
                <a:effectLst/>
                <a:latin typeface="-apple-system"/>
              </a:rPr>
              <a:t>landmarks</a:t>
            </a:r>
            <a:r>
              <a:rPr lang="fr-FR" sz="1400" b="0" i="1" dirty="0">
                <a:solidFill>
                  <a:srgbClr val="24292F"/>
                </a:solidFill>
                <a:effectLst/>
                <a:latin typeface="-apple-system"/>
              </a:rPr>
              <a:t>) sur le graphique, puis que l’on calculait la similarité avec la formule du noyau gaussien. Si la similarité est égale à 1, cela signifie que l’exemple d’apprentissage est très proche du point de repère choisi.</a:t>
            </a:r>
            <a:endParaRPr lang="en-US" sz="1400" i="1" dirty="0"/>
          </a:p>
        </p:txBody>
      </p:sp>
    </p:spTree>
    <p:extLst>
      <p:ext uri="{BB962C8B-B14F-4D97-AF65-F5344CB8AC3E}">
        <p14:creationId xmlns:p14="http://schemas.microsoft.com/office/powerpoint/2010/main" val="25664356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4B00E-7F19-4F1B-94C6-FB335FC7B645}"/>
              </a:ext>
            </a:extLst>
          </p:cNvPr>
          <p:cNvSpPr>
            <a:spLocks noGrp="1"/>
          </p:cNvSpPr>
          <p:nvPr>
            <p:ph type="title"/>
          </p:nvPr>
        </p:nvSpPr>
        <p:spPr/>
        <p:txBody>
          <a:bodyPr/>
          <a:lstStyle/>
          <a:p>
            <a:r>
              <a:rPr lang="fr-FR" dirty="0"/>
              <a:t>Visualisation en espace à 2D</a:t>
            </a:r>
          </a:p>
        </p:txBody>
      </p:sp>
      <p:sp>
        <p:nvSpPr>
          <p:cNvPr id="3" name="Content Placeholder 2">
            <a:extLst>
              <a:ext uri="{FF2B5EF4-FFF2-40B4-BE49-F238E27FC236}">
                <a16:creationId xmlns:a16="http://schemas.microsoft.com/office/drawing/2014/main" id="{88638147-BA08-4398-9DDE-2712E67B0FDD}"/>
              </a:ext>
            </a:extLst>
          </p:cNvPr>
          <p:cNvSpPr>
            <a:spLocks noGrp="1"/>
          </p:cNvSpPr>
          <p:nvPr>
            <p:ph idx="1"/>
          </p:nvPr>
        </p:nvSpPr>
        <p:spPr>
          <a:xfrm>
            <a:off x="1024128" y="1935126"/>
            <a:ext cx="9720071" cy="4374234"/>
          </a:xfrm>
        </p:spPr>
        <p:txBody>
          <a:bodyPr/>
          <a:lstStyle/>
          <a:p>
            <a:r>
              <a:rPr lang="fr-FR" dirty="0"/>
              <a:t>E.g. 2D </a:t>
            </a:r>
            <a:r>
              <a:rPr lang="fr-FR" dirty="0" err="1"/>
              <a:t>dataset</a:t>
            </a:r>
            <a:endParaRPr lang="fr-FR" dirty="0"/>
          </a:p>
        </p:txBody>
      </p:sp>
      <p:pic>
        <p:nvPicPr>
          <p:cNvPr id="5" name="Picture 4">
            <a:extLst>
              <a:ext uri="{FF2B5EF4-FFF2-40B4-BE49-F238E27FC236}">
                <a16:creationId xmlns:a16="http://schemas.microsoft.com/office/drawing/2014/main" id="{DC3DEDE5-34E5-4286-841F-1F9527960E3F}"/>
              </a:ext>
            </a:extLst>
          </p:cNvPr>
          <p:cNvPicPr>
            <a:picLocks noChangeAspect="1"/>
          </p:cNvPicPr>
          <p:nvPr/>
        </p:nvPicPr>
        <p:blipFill>
          <a:blip r:embed="rId2"/>
          <a:stretch>
            <a:fillRect/>
          </a:stretch>
        </p:blipFill>
        <p:spPr>
          <a:xfrm>
            <a:off x="57459" y="2538413"/>
            <a:ext cx="5238750" cy="3638550"/>
          </a:xfrm>
          <a:prstGeom prst="rect">
            <a:avLst/>
          </a:prstGeom>
        </p:spPr>
      </p:pic>
      <p:sp>
        <p:nvSpPr>
          <p:cNvPr id="6" name="Left Brace 5">
            <a:extLst>
              <a:ext uri="{FF2B5EF4-FFF2-40B4-BE49-F238E27FC236}">
                <a16:creationId xmlns:a16="http://schemas.microsoft.com/office/drawing/2014/main" id="{04254453-8736-4F5A-8FD5-1C1F47853D27}"/>
              </a:ext>
            </a:extLst>
          </p:cNvPr>
          <p:cNvSpPr/>
          <p:nvPr/>
        </p:nvSpPr>
        <p:spPr>
          <a:xfrm flipH="1">
            <a:off x="3999271" y="3111910"/>
            <a:ext cx="250721" cy="215326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7" name="Left Brace 6">
            <a:extLst>
              <a:ext uri="{FF2B5EF4-FFF2-40B4-BE49-F238E27FC236}">
                <a16:creationId xmlns:a16="http://schemas.microsoft.com/office/drawing/2014/main" id="{2B26ED0D-EE1E-4B13-B8B4-63A2BE6DF624}"/>
              </a:ext>
            </a:extLst>
          </p:cNvPr>
          <p:cNvSpPr/>
          <p:nvPr/>
        </p:nvSpPr>
        <p:spPr>
          <a:xfrm rot="4321206" flipH="1">
            <a:off x="2840655" y="4680452"/>
            <a:ext cx="250721" cy="215326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8" name="Left Brace 7">
            <a:extLst>
              <a:ext uri="{FF2B5EF4-FFF2-40B4-BE49-F238E27FC236}">
                <a16:creationId xmlns:a16="http://schemas.microsoft.com/office/drawing/2014/main" id="{6ACCA628-81A1-4BE7-BC16-4E4098E821C9}"/>
              </a:ext>
            </a:extLst>
          </p:cNvPr>
          <p:cNvSpPr/>
          <p:nvPr/>
        </p:nvSpPr>
        <p:spPr>
          <a:xfrm rot="6964497" flipH="1">
            <a:off x="826186" y="4731620"/>
            <a:ext cx="330368" cy="180191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pic>
        <p:nvPicPr>
          <p:cNvPr id="10" name="Picture 9">
            <a:extLst>
              <a:ext uri="{FF2B5EF4-FFF2-40B4-BE49-F238E27FC236}">
                <a16:creationId xmlns:a16="http://schemas.microsoft.com/office/drawing/2014/main" id="{114E6013-3BDF-4D8E-9A93-4C2E0F7F0C85}"/>
              </a:ext>
            </a:extLst>
          </p:cNvPr>
          <p:cNvPicPr>
            <a:picLocks noChangeAspect="1"/>
          </p:cNvPicPr>
          <p:nvPr/>
        </p:nvPicPr>
        <p:blipFill>
          <a:blip r:embed="rId3"/>
          <a:stretch>
            <a:fillRect/>
          </a:stretch>
        </p:blipFill>
        <p:spPr>
          <a:xfrm>
            <a:off x="5359903" y="2035279"/>
            <a:ext cx="4429125" cy="3200400"/>
          </a:xfrm>
          <a:prstGeom prst="rect">
            <a:avLst/>
          </a:prstGeom>
        </p:spPr>
      </p:pic>
      <p:sp>
        <p:nvSpPr>
          <p:cNvPr id="11" name="TextBox 10">
            <a:extLst>
              <a:ext uri="{FF2B5EF4-FFF2-40B4-BE49-F238E27FC236}">
                <a16:creationId xmlns:a16="http://schemas.microsoft.com/office/drawing/2014/main" id="{9BA998D9-580B-41B0-8686-4E7210550384}"/>
              </a:ext>
            </a:extLst>
          </p:cNvPr>
          <p:cNvSpPr txBox="1"/>
          <p:nvPr/>
        </p:nvSpPr>
        <p:spPr>
          <a:xfrm>
            <a:off x="4739059" y="5230585"/>
            <a:ext cx="4250977" cy="1477328"/>
          </a:xfrm>
          <a:prstGeom prst="rect">
            <a:avLst/>
          </a:prstGeom>
          <a:noFill/>
        </p:spPr>
        <p:txBody>
          <a:bodyPr wrap="square" rtlCol="0">
            <a:spAutoFit/>
          </a:bodyPr>
          <a:lstStyle/>
          <a:p>
            <a:r>
              <a:rPr lang="fr-FR" dirty="0"/>
              <a:t>Interprétation : Lorsque le point est éloigné du centre (c’est-à-dire du point de repère), la distance est grande ; ainsi, l’exponentielle d’un grand nombre négatif donne une valeur très proche de zéro.</a:t>
            </a:r>
          </a:p>
        </p:txBody>
      </p:sp>
      <p:pic>
        <p:nvPicPr>
          <p:cNvPr id="12" name="Picture 11">
            <a:extLst>
              <a:ext uri="{FF2B5EF4-FFF2-40B4-BE49-F238E27FC236}">
                <a16:creationId xmlns:a16="http://schemas.microsoft.com/office/drawing/2014/main" id="{6AF278F0-FC3C-4A87-BCCC-DD8144F0717A}"/>
              </a:ext>
            </a:extLst>
          </p:cNvPr>
          <p:cNvPicPr>
            <a:picLocks noChangeAspect="1"/>
          </p:cNvPicPr>
          <p:nvPr/>
        </p:nvPicPr>
        <p:blipFill>
          <a:blip r:embed="rId4"/>
          <a:stretch>
            <a:fillRect/>
          </a:stretch>
        </p:blipFill>
        <p:spPr>
          <a:xfrm>
            <a:off x="9955406" y="2122787"/>
            <a:ext cx="1228725" cy="2876550"/>
          </a:xfrm>
          <a:prstGeom prst="rect">
            <a:avLst/>
          </a:prstGeom>
        </p:spPr>
      </p:pic>
      <p:sp>
        <p:nvSpPr>
          <p:cNvPr id="13" name="TextBox 12">
            <a:extLst>
              <a:ext uri="{FF2B5EF4-FFF2-40B4-BE49-F238E27FC236}">
                <a16:creationId xmlns:a16="http://schemas.microsoft.com/office/drawing/2014/main" id="{9D09D21C-E7CA-4004-AABD-BB22DA025618}"/>
              </a:ext>
            </a:extLst>
          </p:cNvPr>
          <p:cNvSpPr txBox="1"/>
          <p:nvPr/>
        </p:nvSpPr>
        <p:spPr>
          <a:xfrm>
            <a:off x="9156414" y="5048823"/>
            <a:ext cx="3010361" cy="1477328"/>
          </a:xfrm>
          <a:prstGeom prst="rect">
            <a:avLst/>
          </a:prstGeom>
          <a:noFill/>
        </p:spPr>
        <p:txBody>
          <a:bodyPr wrap="square" rtlCol="0">
            <a:spAutoFit/>
          </a:bodyPr>
          <a:lstStyle/>
          <a:p>
            <a:r>
              <a:rPr lang="fr-FR" dirty="0"/>
              <a:t>Lorsque le point est proche du point de repère, le noyau converge vers la valeur 1 (l’exponentielle d’un nombre proche de 0 tend vers 1).</a:t>
            </a:r>
          </a:p>
        </p:txBody>
      </p:sp>
    </p:spTree>
    <p:extLst>
      <p:ext uri="{BB962C8B-B14F-4D97-AF65-F5344CB8AC3E}">
        <p14:creationId xmlns:p14="http://schemas.microsoft.com/office/powerpoint/2010/main" val="4917440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FE691-3761-4D54-8799-3349904528FE}"/>
              </a:ext>
            </a:extLst>
          </p:cNvPr>
          <p:cNvSpPr>
            <a:spLocks noGrp="1"/>
          </p:cNvSpPr>
          <p:nvPr>
            <p:ph type="title"/>
          </p:nvPr>
        </p:nvSpPr>
        <p:spPr/>
        <p:txBody>
          <a:bodyPr/>
          <a:lstStyle/>
          <a:p>
            <a:r>
              <a:rPr lang="fr-FR" dirty="0" err="1"/>
              <a:t>Separatiion</a:t>
            </a:r>
            <a:r>
              <a:rPr lang="fr-FR" dirty="0"/>
              <a:t> des classes</a:t>
            </a:r>
          </a:p>
        </p:txBody>
      </p:sp>
      <p:sp>
        <p:nvSpPr>
          <p:cNvPr id="3" name="Content Placeholder 2">
            <a:extLst>
              <a:ext uri="{FF2B5EF4-FFF2-40B4-BE49-F238E27FC236}">
                <a16:creationId xmlns:a16="http://schemas.microsoft.com/office/drawing/2014/main" id="{ABBB821A-46E8-4A7F-8513-D3B08C01A116}"/>
              </a:ext>
            </a:extLst>
          </p:cNvPr>
          <p:cNvSpPr>
            <a:spLocks noGrp="1"/>
          </p:cNvSpPr>
          <p:nvPr>
            <p:ph idx="1"/>
          </p:nvPr>
        </p:nvSpPr>
        <p:spPr>
          <a:xfrm>
            <a:off x="1024128" y="2286000"/>
            <a:ext cx="11167872" cy="4023360"/>
          </a:xfrm>
        </p:spPr>
        <p:txBody>
          <a:bodyPr>
            <a:normAutofit/>
          </a:bodyPr>
          <a:lstStyle/>
          <a:p>
            <a:r>
              <a:rPr lang="fr-FR" sz="2000" dirty="0"/>
              <a:t>Utiliser la fonction de noyau pour séparer le jeu de données</a:t>
            </a:r>
          </a:p>
          <a:p>
            <a:r>
              <a:rPr lang="en-US" sz="2000" dirty="0" err="1"/>
              <a:t>Rôle</a:t>
            </a:r>
            <a:r>
              <a:rPr lang="en-US" sz="2000" dirty="0"/>
              <a:t> de Sigma (</a:t>
            </a:r>
            <a:r>
              <a:rPr lang="el-GR" sz="2000" dirty="0"/>
              <a:t>σ) :</a:t>
            </a:r>
            <a:r>
              <a:rPr lang="en-US" sz="2000" dirty="0"/>
              <a:t> </a:t>
            </a:r>
            <a:r>
              <a:rPr lang="fr-FR" sz="2000" dirty="0"/>
              <a:t>La circonférence augmente lorsque σ augmente et diminue lorsque σ diminue.</a:t>
            </a:r>
          </a:p>
        </p:txBody>
      </p:sp>
      <p:pic>
        <p:nvPicPr>
          <p:cNvPr id="13" name="Picture 12">
            <a:extLst>
              <a:ext uri="{FF2B5EF4-FFF2-40B4-BE49-F238E27FC236}">
                <a16:creationId xmlns:a16="http://schemas.microsoft.com/office/drawing/2014/main" id="{2FA9884F-A333-4EB3-ACA4-3A7937573873}"/>
              </a:ext>
            </a:extLst>
          </p:cNvPr>
          <p:cNvPicPr>
            <a:picLocks noChangeAspect="1"/>
          </p:cNvPicPr>
          <p:nvPr/>
        </p:nvPicPr>
        <p:blipFill>
          <a:blip r:embed="rId2"/>
          <a:stretch>
            <a:fillRect/>
          </a:stretch>
        </p:blipFill>
        <p:spPr>
          <a:xfrm>
            <a:off x="151174" y="3462547"/>
            <a:ext cx="5459731" cy="2550093"/>
          </a:xfrm>
          <a:prstGeom prst="rect">
            <a:avLst/>
          </a:prstGeom>
        </p:spPr>
      </p:pic>
      <p:pic>
        <p:nvPicPr>
          <p:cNvPr id="15" name="Picture 14">
            <a:extLst>
              <a:ext uri="{FF2B5EF4-FFF2-40B4-BE49-F238E27FC236}">
                <a16:creationId xmlns:a16="http://schemas.microsoft.com/office/drawing/2014/main" id="{E96B007D-88C0-45B4-9555-EDA32FBA666E}"/>
              </a:ext>
            </a:extLst>
          </p:cNvPr>
          <p:cNvPicPr>
            <a:picLocks noChangeAspect="1"/>
          </p:cNvPicPr>
          <p:nvPr/>
        </p:nvPicPr>
        <p:blipFill>
          <a:blip r:embed="rId3"/>
          <a:stretch>
            <a:fillRect/>
          </a:stretch>
        </p:blipFill>
        <p:spPr>
          <a:xfrm>
            <a:off x="5903071" y="3953328"/>
            <a:ext cx="6177486" cy="2834822"/>
          </a:xfrm>
          <a:prstGeom prst="rect">
            <a:avLst/>
          </a:prstGeom>
        </p:spPr>
      </p:pic>
      <p:sp>
        <p:nvSpPr>
          <p:cNvPr id="16" name="TextBox 15">
            <a:extLst>
              <a:ext uri="{FF2B5EF4-FFF2-40B4-BE49-F238E27FC236}">
                <a16:creationId xmlns:a16="http://schemas.microsoft.com/office/drawing/2014/main" id="{217E60EB-DC5E-4F73-AF39-C3EF697DD3B5}"/>
              </a:ext>
            </a:extLst>
          </p:cNvPr>
          <p:cNvSpPr txBox="1"/>
          <p:nvPr/>
        </p:nvSpPr>
        <p:spPr>
          <a:xfrm>
            <a:off x="2816067" y="6113224"/>
            <a:ext cx="2414187" cy="369332"/>
          </a:xfrm>
          <a:prstGeom prst="rect">
            <a:avLst/>
          </a:prstGeom>
          <a:noFill/>
        </p:spPr>
        <p:txBody>
          <a:bodyPr wrap="none" rtlCol="0">
            <a:spAutoFit/>
          </a:bodyPr>
          <a:lstStyle/>
          <a:p>
            <a:r>
              <a:rPr lang="fr-FR" dirty="0"/>
              <a:t>Vecteurs dont Kernel &lt;0</a:t>
            </a:r>
          </a:p>
        </p:txBody>
      </p:sp>
      <p:sp>
        <p:nvSpPr>
          <p:cNvPr id="17" name="TextBox 16">
            <a:extLst>
              <a:ext uri="{FF2B5EF4-FFF2-40B4-BE49-F238E27FC236}">
                <a16:creationId xmlns:a16="http://schemas.microsoft.com/office/drawing/2014/main" id="{392D5843-E9F1-41DC-B50C-BDE510865E1A}"/>
              </a:ext>
            </a:extLst>
          </p:cNvPr>
          <p:cNvSpPr txBox="1"/>
          <p:nvPr/>
        </p:nvSpPr>
        <p:spPr>
          <a:xfrm>
            <a:off x="2899041" y="6418818"/>
            <a:ext cx="2414187" cy="369332"/>
          </a:xfrm>
          <a:prstGeom prst="rect">
            <a:avLst/>
          </a:prstGeom>
          <a:noFill/>
        </p:spPr>
        <p:txBody>
          <a:bodyPr wrap="none" rtlCol="0">
            <a:spAutoFit/>
          </a:bodyPr>
          <a:lstStyle/>
          <a:p>
            <a:r>
              <a:rPr lang="fr-FR" dirty="0"/>
              <a:t>Vecteurs dont Kernel &gt;0</a:t>
            </a:r>
          </a:p>
        </p:txBody>
      </p:sp>
      <p:cxnSp>
        <p:nvCxnSpPr>
          <p:cNvPr id="19" name="Straight Arrow Connector 18">
            <a:extLst>
              <a:ext uri="{FF2B5EF4-FFF2-40B4-BE49-F238E27FC236}">
                <a16:creationId xmlns:a16="http://schemas.microsoft.com/office/drawing/2014/main" id="{F7CD4A5D-495E-4C0C-9C20-C196C2E525E5}"/>
              </a:ext>
            </a:extLst>
          </p:cNvPr>
          <p:cNvCxnSpPr>
            <a:stCxn id="16" idx="3"/>
          </p:cNvCxnSpPr>
          <p:nvPr/>
        </p:nvCxnSpPr>
        <p:spPr>
          <a:xfrm flipV="1">
            <a:off x="5230254" y="5593080"/>
            <a:ext cx="1719186" cy="7048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CF6D89F-B9B6-49D5-8700-7248693E811E}"/>
              </a:ext>
            </a:extLst>
          </p:cNvPr>
          <p:cNvCxnSpPr>
            <a:cxnSpLocks/>
          </p:cNvCxnSpPr>
          <p:nvPr/>
        </p:nvCxnSpPr>
        <p:spPr>
          <a:xfrm flipV="1">
            <a:off x="5318740" y="6069688"/>
            <a:ext cx="1325900" cy="4893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34E02C0-0904-8794-1C0B-486F0982B3AC}"/>
              </a:ext>
            </a:extLst>
          </p:cNvPr>
          <p:cNvSpPr txBox="1"/>
          <p:nvPr/>
        </p:nvSpPr>
        <p:spPr>
          <a:xfrm>
            <a:off x="300010" y="6017775"/>
            <a:ext cx="2069458" cy="461665"/>
          </a:xfrm>
          <a:prstGeom prst="rect">
            <a:avLst/>
          </a:prstGeom>
          <a:noFill/>
        </p:spPr>
        <p:txBody>
          <a:bodyPr wrap="square">
            <a:spAutoFit/>
          </a:bodyPr>
          <a:lstStyle/>
          <a:p>
            <a:r>
              <a:rPr lang="fr-FR" sz="1200" dirty="0"/>
              <a:t>Exponentiel d’un grande valeur négative = </a:t>
            </a:r>
            <a:r>
              <a:rPr lang="fr-FR" sz="1200" b="1" dirty="0"/>
              <a:t>proche to 0</a:t>
            </a:r>
          </a:p>
        </p:txBody>
      </p:sp>
      <p:pic>
        <p:nvPicPr>
          <p:cNvPr id="7" name="Picture 6">
            <a:extLst>
              <a:ext uri="{FF2B5EF4-FFF2-40B4-BE49-F238E27FC236}">
                <a16:creationId xmlns:a16="http://schemas.microsoft.com/office/drawing/2014/main" id="{F55A319B-A17C-06D0-EC3D-37D8F5F30093}"/>
              </a:ext>
            </a:extLst>
          </p:cNvPr>
          <p:cNvPicPr>
            <a:picLocks noChangeAspect="1"/>
          </p:cNvPicPr>
          <p:nvPr/>
        </p:nvPicPr>
        <p:blipFill>
          <a:blip r:embed="rId4"/>
          <a:stretch>
            <a:fillRect/>
          </a:stretch>
        </p:blipFill>
        <p:spPr>
          <a:xfrm>
            <a:off x="5318740" y="3226579"/>
            <a:ext cx="2747139" cy="669701"/>
          </a:xfrm>
          <a:prstGeom prst="rect">
            <a:avLst/>
          </a:prstGeom>
        </p:spPr>
      </p:pic>
      <p:sp>
        <p:nvSpPr>
          <p:cNvPr id="9" name="TextBox 8">
            <a:extLst>
              <a:ext uri="{FF2B5EF4-FFF2-40B4-BE49-F238E27FC236}">
                <a16:creationId xmlns:a16="http://schemas.microsoft.com/office/drawing/2014/main" id="{D1A9AFDE-B0FA-89E7-B6D7-5AA9CA378176}"/>
              </a:ext>
            </a:extLst>
          </p:cNvPr>
          <p:cNvSpPr txBox="1"/>
          <p:nvPr/>
        </p:nvSpPr>
        <p:spPr>
          <a:xfrm>
            <a:off x="5903071" y="6510528"/>
            <a:ext cx="2226776" cy="369332"/>
          </a:xfrm>
          <a:prstGeom prst="rect">
            <a:avLst/>
          </a:prstGeom>
          <a:noFill/>
        </p:spPr>
        <p:txBody>
          <a:bodyPr wrap="square">
            <a:spAutoFit/>
          </a:bodyPr>
          <a:lstStyle/>
          <a:p>
            <a:r>
              <a:rPr lang="en-US" sz="1800" dirty="0" err="1"/>
              <a:t>Exponentiel</a:t>
            </a:r>
            <a:r>
              <a:rPr lang="en-US" sz="1800" dirty="0"/>
              <a:t> de 0 = </a:t>
            </a:r>
            <a:r>
              <a:rPr lang="en-US" sz="1800" b="1" dirty="0"/>
              <a:t>1</a:t>
            </a:r>
            <a:endParaRPr lang="en-US" sz="1800" dirty="0"/>
          </a:p>
        </p:txBody>
      </p:sp>
      <p:cxnSp>
        <p:nvCxnSpPr>
          <p:cNvPr id="10" name="Straight Arrow Connector 9">
            <a:extLst>
              <a:ext uri="{FF2B5EF4-FFF2-40B4-BE49-F238E27FC236}">
                <a16:creationId xmlns:a16="http://schemas.microsoft.com/office/drawing/2014/main" id="{E0C520AC-FB8B-E3C9-4A1C-5667283F9859}"/>
              </a:ext>
            </a:extLst>
          </p:cNvPr>
          <p:cNvCxnSpPr>
            <a:cxnSpLocks/>
          </p:cNvCxnSpPr>
          <p:nvPr/>
        </p:nvCxnSpPr>
        <p:spPr>
          <a:xfrm flipV="1">
            <a:off x="7479013" y="5992606"/>
            <a:ext cx="539196" cy="5664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50372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30C62-BD9F-481A-81DD-2E83CA027F0F}"/>
              </a:ext>
            </a:extLst>
          </p:cNvPr>
          <p:cNvSpPr>
            <a:spLocks noGrp="1"/>
          </p:cNvSpPr>
          <p:nvPr>
            <p:ph type="title"/>
          </p:nvPr>
        </p:nvSpPr>
        <p:spPr/>
        <p:txBody>
          <a:bodyPr/>
          <a:lstStyle/>
          <a:p>
            <a:r>
              <a:rPr lang="en-US" dirty="0" err="1"/>
              <a:t>ajouter</a:t>
            </a:r>
            <a:r>
              <a:rPr lang="en-US" dirty="0"/>
              <a:t> 2 </a:t>
            </a:r>
            <a:r>
              <a:rPr lang="en-US" dirty="0" err="1"/>
              <a:t>fOnctions</a:t>
            </a:r>
            <a:r>
              <a:rPr lang="en-US" dirty="0"/>
              <a:t> KERNEL…</a:t>
            </a:r>
            <a:endParaRPr lang="fr-FR" dirty="0"/>
          </a:p>
        </p:txBody>
      </p:sp>
      <p:sp>
        <p:nvSpPr>
          <p:cNvPr id="3" name="Content Placeholder 2">
            <a:extLst>
              <a:ext uri="{FF2B5EF4-FFF2-40B4-BE49-F238E27FC236}">
                <a16:creationId xmlns:a16="http://schemas.microsoft.com/office/drawing/2014/main" id="{CE348AFB-F59F-47E9-B95D-2662F4379436}"/>
              </a:ext>
            </a:extLst>
          </p:cNvPr>
          <p:cNvSpPr>
            <a:spLocks noGrp="1"/>
          </p:cNvSpPr>
          <p:nvPr>
            <p:ph idx="1"/>
          </p:nvPr>
        </p:nvSpPr>
        <p:spPr>
          <a:xfrm>
            <a:off x="1109499" y="5900277"/>
            <a:ext cx="10515600" cy="4351338"/>
          </a:xfrm>
        </p:spPr>
        <p:txBody>
          <a:bodyPr/>
          <a:lstStyle/>
          <a:p>
            <a:r>
              <a:rPr lang="fr-FR" dirty="0"/>
              <a:t>Appliquer une fonction de noyau plus complexe, sans qu’il soit nécessaire de projeter les données dans un espace de très grande dimension.</a:t>
            </a:r>
          </a:p>
        </p:txBody>
      </p:sp>
      <p:pic>
        <p:nvPicPr>
          <p:cNvPr id="5" name="Picture 4">
            <a:extLst>
              <a:ext uri="{FF2B5EF4-FFF2-40B4-BE49-F238E27FC236}">
                <a16:creationId xmlns:a16="http://schemas.microsoft.com/office/drawing/2014/main" id="{7F513712-9130-4AF0-9D84-D90F05D2FFEF}"/>
              </a:ext>
            </a:extLst>
          </p:cNvPr>
          <p:cNvPicPr>
            <a:picLocks noChangeAspect="1"/>
          </p:cNvPicPr>
          <p:nvPr/>
        </p:nvPicPr>
        <p:blipFill>
          <a:blip r:embed="rId2"/>
          <a:stretch>
            <a:fillRect/>
          </a:stretch>
        </p:blipFill>
        <p:spPr>
          <a:xfrm>
            <a:off x="1200447" y="1690688"/>
            <a:ext cx="9791105" cy="4209589"/>
          </a:xfrm>
          <a:prstGeom prst="rect">
            <a:avLst/>
          </a:prstGeom>
        </p:spPr>
      </p:pic>
    </p:spTree>
    <p:extLst>
      <p:ext uri="{BB962C8B-B14F-4D97-AF65-F5344CB8AC3E}">
        <p14:creationId xmlns:p14="http://schemas.microsoft.com/office/powerpoint/2010/main" val="31142355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BC46-FAFE-DD7E-64DC-5ABD4CB81501}"/>
              </a:ext>
            </a:extLst>
          </p:cNvPr>
          <p:cNvSpPr>
            <a:spLocks noGrp="1"/>
          </p:cNvSpPr>
          <p:nvPr>
            <p:ph type="title"/>
          </p:nvPr>
        </p:nvSpPr>
        <p:spPr/>
        <p:txBody>
          <a:bodyPr/>
          <a:lstStyle/>
          <a:p>
            <a:r>
              <a:rPr lang="fr-FR" dirty="0"/>
              <a:t>Avantages du SVM</a:t>
            </a:r>
            <a:endParaRPr lang="en-US" dirty="0"/>
          </a:p>
        </p:txBody>
      </p:sp>
      <p:sp>
        <p:nvSpPr>
          <p:cNvPr id="3" name="Content Placeholder 2">
            <a:extLst>
              <a:ext uri="{FF2B5EF4-FFF2-40B4-BE49-F238E27FC236}">
                <a16:creationId xmlns:a16="http://schemas.microsoft.com/office/drawing/2014/main" id="{99D91B63-7333-A095-3976-359C622072E2}"/>
              </a:ext>
            </a:extLst>
          </p:cNvPr>
          <p:cNvSpPr>
            <a:spLocks noGrp="1"/>
          </p:cNvSpPr>
          <p:nvPr>
            <p:ph idx="1"/>
          </p:nvPr>
        </p:nvSpPr>
        <p:spPr/>
        <p:txBody>
          <a:bodyPr/>
          <a:lstStyle/>
          <a:p>
            <a:pPr>
              <a:buFont typeface="Wingdings" panose="05000000000000000000" pitchFamily="2" charset="2"/>
              <a:buChar char="§"/>
            </a:pPr>
            <a:r>
              <a:rPr lang="fr-FR" dirty="0"/>
              <a:t>Une machine à vecteurs de support (SVM) utilise un sous-ensemble de points d’entraînement dans la fonction de décision, appelés vecteurs de support, ce qui la rend plus économe en mémoire.</a:t>
            </a:r>
          </a:p>
          <a:p>
            <a:pPr>
              <a:buFont typeface="Wingdings" panose="05000000000000000000" pitchFamily="2" charset="2"/>
              <a:buChar char="§"/>
            </a:pPr>
            <a:r>
              <a:rPr lang="fr-FR" dirty="0"/>
              <a:t>Elle est efficace dans les cas où le nombre de caractéristiques est supérieur au nombre de points de données.</a:t>
            </a:r>
          </a:p>
          <a:p>
            <a:pPr>
              <a:buFont typeface="Wingdings" panose="05000000000000000000" pitchFamily="2" charset="2"/>
              <a:buChar char="§"/>
            </a:pPr>
            <a:r>
              <a:rPr lang="fr-FR" dirty="0"/>
              <a:t>La machine à vecteurs de support est également performante sur des jeux de données comportant de nombreuses caractéristiques.</a:t>
            </a:r>
          </a:p>
          <a:p>
            <a:pPr>
              <a:buFont typeface="Wingdings" panose="05000000000000000000" pitchFamily="2" charset="2"/>
              <a:buChar char="§"/>
            </a:pPr>
            <a:r>
              <a:rPr lang="fr-FR" dirty="0"/>
              <a:t>Dans cet algorithme, différentes fonctions de noyau peuvent être spécifiées pour la fonction de décision, et il est également possible d’utiliser des noyaux personnalisés.</a:t>
            </a:r>
          </a:p>
        </p:txBody>
      </p:sp>
      <p:sp>
        <p:nvSpPr>
          <p:cNvPr id="5" name="TextBox 4">
            <a:extLst>
              <a:ext uri="{FF2B5EF4-FFF2-40B4-BE49-F238E27FC236}">
                <a16:creationId xmlns:a16="http://schemas.microsoft.com/office/drawing/2014/main" id="{1CB0315F-465B-5885-6A89-EF8D0A9DCE51}"/>
              </a:ext>
            </a:extLst>
          </p:cNvPr>
          <p:cNvSpPr txBox="1"/>
          <p:nvPr/>
        </p:nvSpPr>
        <p:spPr>
          <a:xfrm>
            <a:off x="3878226" y="6510528"/>
            <a:ext cx="6097772" cy="230832"/>
          </a:xfrm>
          <a:prstGeom prst="rect">
            <a:avLst/>
          </a:prstGeom>
          <a:noFill/>
        </p:spPr>
        <p:txBody>
          <a:bodyPr wrap="square">
            <a:spAutoFit/>
          </a:bodyPr>
          <a:lstStyle/>
          <a:p>
            <a:r>
              <a:rPr lang="en-US" sz="900" dirty="0"/>
              <a:t>Source: copyassignment.com/support-vector-machine-svm-in-machine-learning/</a:t>
            </a:r>
          </a:p>
        </p:txBody>
      </p:sp>
    </p:spTree>
    <p:extLst>
      <p:ext uri="{BB962C8B-B14F-4D97-AF65-F5344CB8AC3E}">
        <p14:creationId xmlns:p14="http://schemas.microsoft.com/office/powerpoint/2010/main" val="25765230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DC4FF-182E-EBE7-8947-1C9D222213A8}"/>
              </a:ext>
            </a:extLst>
          </p:cNvPr>
          <p:cNvSpPr>
            <a:spLocks noGrp="1"/>
          </p:cNvSpPr>
          <p:nvPr>
            <p:ph type="title"/>
          </p:nvPr>
        </p:nvSpPr>
        <p:spPr/>
        <p:txBody>
          <a:bodyPr/>
          <a:lstStyle/>
          <a:p>
            <a:r>
              <a:rPr lang="fr-FR" dirty="0" err="1"/>
              <a:t>inconvenients</a:t>
            </a:r>
            <a:r>
              <a:rPr lang="fr-FR" dirty="0"/>
              <a:t> of SVM</a:t>
            </a:r>
            <a:endParaRPr lang="en-US" dirty="0"/>
          </a:p>
        </p:txBody>
      </p:sp>
      <p:sp>
        <p:nvSpPr>
          <p:cNvPr id="3" name="Content Placeholder 2">
            <a:extLst>
              <a:ext uri="{FF2B5EF4-FFF2-40B4-BE49-F238E27FC236}">
                <a16:creationId xmlns:a16="http://schemas.microsoft.com/office/drawing/2014/main" id="{248208AF-2051-24E6-B318-F39DD375BD2E}"/>
              </a:ext>
            </a:extLst>
          </p:cNvPr>
          <p:cNvSpPr>
            <a:spLocks noGrp="1"/>
          </p:cNvSpPr>
          <p:nvPr>
            <p:ph idx="1"/>
          </p:nvPr>
        </p:nvSpPr>
        <p:spPr/>
        <p:txBody>
          <a:bodyPr/>
          <a:lstStyle/>
          <a:p>
            <a:pPr>
              <a:buFont typeface="Wingdings" panose="05000000000000000000" pitchFamily="2" charset="2"/>
              <a:buChar char="§"/>
            </a:pPr>
            <a:r>
              <a:rPr lang="fr-FR" dirty="0"/>
              <a:t>L’algorithme de la machine à vecteurs de support (SVM) fonctionne mieux sur de petits jeux de données, en raison de son temps d’entraînement élevé.</a:t>
            </a:r>
          </a:p>
          <a:p>
            <a:pPr>
              <a:buFont typeface="Wingdings" panose="05000000000000000000" pitchFamily="2" charset="2"/>
              <a:buChar char="§"/>
            </a:pPr>
            <a:r>
              <a:rPr lang="fr-FR" dirty="0"/>
              <a:t>Lorsque le nombre de caractéristiques est beaucoup plus grand que le nombre de points de données, il est essentiel d’éviter le surapprentissage en choisissant soigneusement la fonction de noyau et le terme de régularisation.</a:t>
            </a:r>
          </a:p>
          <a:p>
            <a:pPr>
              <a:buFont typeface="Wingdings" panose="05000000000000000000" pitchFamily="2" charset="2"/>
              <a:buChar char="§"/>
            </a:pPr>
            <a:r>
              <a:rPr lang="fr-FR" dirty="0"/>
              <a:t>Le SVM ne fournit pas directement d’estimations de probabilité ; celles-ci sont calculées à l’aide d’une validation croisée.</a:t>
            </a:r>
            <a:endParaRPr lang="en-US" dirty="0"/>
          </a:p>
        </p:txBody>
      </p:sp>
      <p:sp>
        <p:nvSpPr>
          <p:cNvPr id="4" name="TextBox 3">
            <a:extLst>
              <a:ext uri="{FF2B5EF4-FFF2-40B4-BE49-F238E27FC236}">
                <a16:creationId xmlns:a16="http://schemas.microsoft.com/office/drawing/2014/main" id="{FC255E3C-AEF6-D87B-1F85-8482822F7302}"/>
              </a:ext>
            </a:extLst>
          </p:cNvPr>
          <p:cNvSpPr txBox="1"/>
          <p:nvPr/>
        </p:nvSpPr>
        <p:spPr>
          <a:xfrm>
            <a:off x="3878226" y="6510528"/>
            <a:ext cx="6097772" cy="230832"/>
          </a:xfrm>
          <a:prstGeom prst="rect">
            <a:avLst/>
          </a:prstGeom>
          <a:noFill/>
        </p:spPr>
        <p:txBody>
          <a:bodyPr wrap="square">
            <a:spAutoFit/>
          </a:bodyPr>
          <a:lstStyle/>
          <a:p>
            <a:r>
              <a:rPr lang="en-US" sz="900" dirty="0"/>
              <a:t>Source: copyassignment.com/support-vector-machine-svm-in-machine-learning/</a:t>
            </a:r>
          </a:p>
        </p:txBody>
      </p:sp>
    </p:spTree>
    <p:extLst>
      <p:ext uri="{BB962C8B-B14F-4D97-AF65-F5344CB8AC3E}">
        <p14:creationId xmlns:p14="http://schemas.microsoft.com/office/powerpoint/2010/main" val="19283395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30E64-1E49-56DB-739B-F7765B7D9D16}"/>
              </a:ext>
            </a:extLst>
          </p:cNvPr>
          <p:cNvSpPr>
            <a:spLocks noGrp="1"/>
          </p:cNvSpPr>
          <p:nvPr>
            <p:ph type="title"/>
          </p:nvPr>
        </p:nvSpPr>
        <p:spPr/>
        <p:txBody>
          <a:bodyPr/>
          <a:lstStyle/>
          <a:p>
            <a:r>
              <a:rPr lang="fr-FR" dirty="0"/>
              <a:t>Exemples d’Applications SVM</a:t>
            </a:r>
            <a:endParaRPr lang="en-US" dirty="0"/>
          </a:p>
        </p:txBody>
      </p:sp>
      <p:sp>
        <p:nvSpPr>
          <p:cNvPr id="3" name="Content Placeholder 2">
            <a:extLst>
              <a:ext uri="{FF2B5EF4-FFF2-40B4-BE49-F238E27FC236}">
                <a16:creationId xmlns:a16="http://schemas.microsoft.com/office/drawing/2014/main" id="{3F6B5317-92B0-7030-9A27-F1F7C7631ECF}"/>
              </a:ext>
            </a:extLst>
          </p:cNvPr>
          <p:cNvSpPr>
            <a:spLocks noGrp="1"/>
          </p:cNvSpPr>
          <p:nvPr>
            <p:ph idx="1"/>
          </p:nvPr>
        </p:nvSpPr>
        <p:spPr/>
        <p:txBody>
          <a:bodyPr/>
          <a:lstStyle/>
          <a:p>
            <a:pPr marL="0" indent="0">
              <a:buNone/>
            </a:pPr>
            <a:r>
              <a:rPr lang="fr-FR" dirty="0"/>
              <a:t>Les SVM sont utilisés dans des applications telles que :</a:t>
            </a:r>
          </a:p>
          <a:p>
            <a:pPr>
              <a:buFont typeface="Wingdings" panose="05000000000000000000" pitchFamily="2" charset="2"/>
              <a:buChar char="§"/>
            </a:pPr>
            <a:r>
              <a:rPr lang="fr-FR" dirty="0"/>
              <a:t>la reconnaissance de l’écriture manuscrite,</a:t>
            </a:r>
          </a:p>
          <a:p>
            <a:pPr>
              <a:buFont typeface="Wingdings" panose="05000000000000000000" pitchFamily="2" charset="2"/>
              <a:buChar char="§"/>
            </a:pPr>
            <a:r>
              <a:rPr lang="fr-FR" dirty="0"/>
              <a:t>la détection d’intrusions,</a:t>
            </a:r>
          </a:p>
          <a:p>
            <a:pPr>
              <a:buFont typeface="Wingdings" panose="05000000000000000000" pitchFamily="2" charset="2"/>
              <a:buChar char="§"/>
            </a:pPr>
            <a:r>
              <a:rPr lang="fr-FR" dirty="0"/>
              <a:t>la détection de visages,</a:t>
            </a:r>
          </a:p>
          <a:p>
            <a:pPr>
              <a:buFont typeface="Wingdings" panose="05000000000000000000" pitchFamily="2" charset="2"/>
              <a:buChar char="§"/>
            </a:pPr>
            <a:r>
              <a:rPr lang="fr-FR" dirty="0"/>
              <a:t>la classification des e-mails,</a:t>
            </a:r>
          </a:p>
          <a:p>
            <a:pPr>
              <a:buFont typeface="Wingdings" panose="05000000000000000000" pitchFamily="2" charset="2"/>
              <a:buChar char="§"/>
            </a:pPr>
            <a:r>
              <a:rPr lang="fr-FR" dirty="0"/>
              <a:t>la classification des gènes.</a:t>
            </a:r>
            <a:endParaRPr lang="en-US" dirty="0"/>
          </a:p>
        </p:txBody>
      </p:sp>
    </p:spTree>
    <p:extLst>
      <p:ext uri="{BB962C8B-B14F-4D97-AF65-F5344CB8AC3E}">
        <p14:creationId xmlns:p14="http://schemas.microsoft.com/office/powerpoint/2010/main" val="38735395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8071F-7046-8951-31F3-8E0A059DB6ED}"/>
              </a:ext>
            </a:extLst>
          </p:cNvPr>
          <p:cNvSpPr>
            <a:spLocks noGrp="1"/>
          </p:cNvSpPr>
          <p:nvPr>
            <p:ph type="title"/>
          </p:nvPr>
        </p:nvSpPr>
        <p:spPr/>
        <p:txBody>
          <a:bodyPr/>
          <a:lstStyle/>
          <a:p>
            <a:r>
              <a:rPr lang="en-US" dirty="0"/>
              <a:t>SVM pour la </a:t>
            </a:r>
            <a:r>
              <a:rPr lang="en-US" dirty="0" err="1"/>
              <a:t>CLAssification</a:t>
            </a:r>
            <a:r>
              <a:rPr lang="en-US" dirty="0"/>
              <a:t> de </a:t>
            </a:r>
            <a:r>
              <a:rPr lang="en-US" dirty="0" err="1"/>
              <a:t>texte</a:t>
            </a:r>
            <a:endParaRPr lang="en-US" dirty="0"/>
          </a:p>
        </p:txBody>
      </p:sp>
      <p:sp>
        <p:nvSpPr>
          <p:cNvPr id="3" name="Content Placeholder 2">
            <a:extLst>
              <a:ext uri="{FF2B5EF4-FFF2-40B4-BE49-F238E27FC236}">
                <a16:creationId xmlns:a16="http://schemas.microsoft.com/office/drawing/2014/main" id="{13DD14B5-AF19-D099-EA1E-946644E9AE74}"/>
              </a:ext>
            </a:extLst>
          </p:cNvPr>
          <p:cNvSpPr>
            <a:spLocks noGrp="1"/>
          </p:cNvSpPr>
          <p:nvPr>
            <p:ph idx="1"/>
          </p:nvPr>
        </p:nvSpPr>
        <p:spPr/>
        <p:txBody>
          <a:bodyPr/>
          <a:lstStyle/>
          <a:p>
            <a:r>
              <a:rPr lang="fr-FR" b="1" dirty="0"/>
              <a:t>Les SVM sont largement utilisés dans les tâches de traitement du langage naturel (NLP) telles que l’analyse de sentiments, la détection de spam et la classification de sujets.</a:t>
            </a:r>
          </a:p>
          <a:p>
            <a:r>
              <a:rPr lang="fr-FR" dirty="0"/>
              <a:t>Ils sont particulièrement efficaces dans ces domaines, car ils gèrent très bien </a:t>
            </a:r>
          </a:p>
          <a:p>
            <a:r>
              <a:rPr lang="fr-FR" b="1" dirty="0"/>
              <a:t>les espaces de caractéristiques de haute dimension</a:t>
            </a:r>
          </a:p>
          <a:p>
            <a:endParaRPr lang="fr-FR" dirty="0"/>
          </a:p>
          <a:p>
            <a:pPr marL="1347787" indent="0">
              <a:buNone/>
            </a:pPr>
            <a:r>
              <a:rPr lang="fr-FR" dirty="0"/>
              <a:t>une caractéristique courante des données textuelles représentées par des méthodes telles que le sac de mots (bag-of-</a:t>
            </a:r>
            <a:r>
              <a:rPr lang="fr-FR" dirty="0" err="1"/>
              <a:t>words</a:t>
            </a:r>
            <a:r>
              <a:rPr lang="fr-FR" dirty="0"/>
              <a:t>) ou le TF-IDF.</a:t>
            </a:r>
            <a:endParaRPr lang="en-US" dirty="0"/>
          </a:p>
        </p:txBody>
      </p:sp>
      <p:cxnSp>
        <p:nvCxnSpPr>
          <p:cNvPr id="5" name="Straight Arrow Connector 4">
            <a:extLst>
              <a:ext uri="{FF2B5EF4-FFF2-40B4-BE49-F238E27FC236}">
                <a16:creationId xmlns:a16="http://schemas.microsoft.com/office/drawing/2014/main" id="{44506A6F-EB4E-4811-272F-695148BA9E12}"/>
              </a:ext>
            </a:extLst>
          </p:cNvPr>
          <p:cNvCxnSpPr>
            <a:cxnSpLocks/>
          </p:cNvCxnSpPr>
          <p:nvPr/>
        </p:nvCxnSpPr>
        <p:spPr>
          <a:xfrm flipH="1">
            <a:off x="4064924" y="4297680"/>
            <a:ext cx="685798" cy="4821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97736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BAD3B-FC54-5E8A-12FB-B4F71946F23B}"/>
              </a:ext>
            </a:extLst>
          </p:cNvPr>
          <p:cNvSpPr>
            <a:spLocks noGrp="1"/>
          </p:cNvSpPr>
          <p:nvPr>
            <p:ph type="title"/>
          </p:nvPr>
        </p:nvSpPr>
        <p:spPr>
          <a:xfrm>
            <a:off x="1024128" y="585216"/>
            <a:ext cx="10929574" cy="1499616"/>
          </a:xfrm>
        </p:spPr>
        <p:txBody>
          <a:bodyPr/>
          <a:lstStyle/>
          <a:p>
            <a:r>
              <a:rPr lang="fr-FR" dirty="0"/>
              <a:t>Pourquoi le SVM est performant en classification de texte ?</a:t>
            </a:r>
            <a:endParaRPr lang="en-US" dirty="0"/>
          </a:p>
        </p:txBody>
      </p:sp>
      <p:sp>
        <p:nvSpPr>
          <p:cNvPr id="3" name="Content Placeholder 2">
            <a:extLst>
              <a:ext uri="{FF2B5EF4-FFF2-40B4-BE49-F238E27FC236}">
                <a16:creationId xmlns:a16="http://schemas.microsoft.com/office/drawing/2014/main" id="{1BD169AA-E1C0-D588-D970-5C9C2FBA45F6}"/>
              </a:ext>
            </a:extLst>
          </p:cNvPr>
          <p:cNvSpPr>
            <a:spLocks noGrp="1"/>
          </p:cNvSpPr>
          <p:nvPr>
            <p:ph idx="1"/>
          </p:nvPr>
        </p:nvSpPr>
        <p:spPr/>
        <p:txBody>
          <a:bodyPr>
            <a:normAutofit fontScale="70000" lnSpcReduction="20000"/>
          </a:bodyPr>
          <a:lstStyle/>
          <a:p>
            <a:r>
              <a:rPr lang="fr-FR" dirty="0"/>
              <a:t>Lorsque nous représentons un texte pour l’apprentissage automatique, nous le transformons souvent en un vecteur de caractéristiques, par exemple :</a:t>
            </a:r>
          </a:p>
          <a:p>
            <a:r>
              <a:rPr lang="en-US" dirty="0"/>
              <a:t>Bag-of-Words (</a:t>
            </a:r>
            <a:r>
              <a:rPr lang="en-US" dirty="0" err="1"/>
              <a:t>BoW</a:t>
            </a:r>
            <a:r>
              <a:rPr lang="en-US" dirty="0"/>
              <a:t>):</a:t>
            </a:r>
          </a:p>
          <a:p>
            <a:pPr marL="266700" indent="0">
              <a:buNone/>
            </a:pPr>
            <a:r>
              <a:rPr lang="fr-FR" dirty="0"/>
              <a:t>chaque mot du vocabulaire devient une caractéristique. Si un document contient ce mot, son nombre d’occurrences (ou sa fréquence) est placé à la position correspondante dans le vecteur.</a:t>
            </a:r>
          </a:p>
          <a:p>
            <a:pPr marL="92075" indent="0">
              <a:buNone/>
            </a:pPr>
            <a:r>
              <a:rPr lang="en-US" dirty="0"/>
              <a:t>TF-IDF (Term Frequency–Inverse Document Frequency):</a:t>
            </a:r>
          </a:p>
          <a:p>
            <a:pPr marL="266700" indent="0">
              <a:buNone/>
            </a:pPr>
            <a:r>
              <a:rPr lang="fr-FR" dirty="0"/>
              <a:t>semblable au </a:t>
            </a:r>
            <a:r>
              <a:rPr lang="fr-FR" dirty="0" err="1"/>
              <a:t>BoW</a:t>
            </a:r>
            <a:r>
              <a:rPr lang="fr-FR" dirty="0"/>
              <a:t>, mais les valeurs sont pondérées selon l’importance du mot — plus de poids pour les mots rares mais significatifs, et moins pour les mots très fréquents comme « le » ou « et ».</a:t>
            </a:r>
          </a:p>
          <a:p>
            <a:pPr marL="266700" indent="-174625">
              <a:buNone/>
            </a:pPr>
            <a:r>
              <a:rPr lang="en-US" dirty="0">
                <a:sym typeface="Wingdings" panose="05000000000000000000" pitchFamily="2" charset="2"/>
              </a:rPr>
              <a:t> </a:t>
            </a:r>
            <a:r>
              <a:rPr lang="fr-FR" b="1" dirty="0"/>
              <a:t>Le résultat est que les données textuelles présentent généralement </a:t>
            </a:r>
            <a:r>
              <a:rPr lang="en-US" b="1" dirty="0"/>
              <a:t>:</a:t>
            </a:r>
          </a:p>
          <a:p>
            <a:r>
              <a:rPr lang="fr-FR" b="1" dirty="0"/>
              <a:t>une très grande dimensionnalité </a:t>
            </a:r>
            <a:r>
              <a:rPr lang="fr-FR" dirty="0"/>
              <a:t>(des milliers, voire des millions de mots/caractéristiques possibles),</a:t>
            </a:r>
          </a:p>
          <a:p>
            <a:r>
              <a:rPr lang="en-US" b="1" dirty="0"/>
              <a:t>d</a:t>
            </a:r>
            <a:r>
              <a:rPr lang="fr-FR" b="1" dirty="0"/>
              <a:t>es vecteurs épars (</a:t>
            </a:r>
            <a:r>
              <a:rPr lang="en-US" dirty="0" err="1"/>
              <a:t>Représentations</a:t>
            </a:r>
            <a:r>
              <a:rPr lang="en-US" dirty="0"/>
              <a:t> </a:t>
            </a:r>
            <a:r>
              <a:rPr lang="en-US" dirty="0" err="1"/>
              <a:t>éparses</a:t>
            </a:r>
            <a:r>
              <a:rPr lang="en-US" dirty="0"/>
              <a:t> : </a:t>
            </a:r>
            <a:r>
              <a:rPr lang="fr-FR" b="1" dirty="0"/>
              <a:t>la plupart des valeurs sont nulles, car chaque document ne contient qu’une petite partie du vocabulaire).</a:t>
            </a:r>
            <a:endParaRPr lang="en-US" dirty="0"/>
          </a:p>
          <a:p>
            <a:pPr marL="0" indent="0">
              <a:buNone/>
            </a:pPr>
            <a:r>
              <a:rPr lang="fr-FR" b="1" dirty="0"/>
              <a:t>C’est pourquoi les SVM sont très performants en classification de texte :ils sont conçus pour gérer efficacement les données à haute dimension et éparses.</a:t>
            </a:r>
            <a:endParaRPr lang="en-US" dirty="0"/>
          </a:p>
          <a:p>
            <a:endParaRPr lang="en-US" dirty="0"/>
          </a:p>
        </p:txBody>
      </p:sp>
    </p:spTree>
    <p:extLst>
      <p:ext uri="{BB962C8B-B14F-4D97-AF65-F5344CB8AC3E}">
        <p14:creationId xmlns:p14="http://schemas.microsoft.com/office/powerpoint/2010/main" val="29426654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672BC-B4F2-DF74-F8D3-BEB8E4363C7C}"/>
              </a:ext>
            </a:extLst>
          </p:cNvPr>
          <p:cNvSpPr>
            <a:spLocks noGrp="1"/>
          </p:cNvSpPr>
          <p:nvPr>
            <p:ph type="title"/>
          </p:nvPr>
        </p:nvSpPr>
        <p:spPr>
          <a:xfrm>
            <a:off x="1024128" y="585216"/>
            <a:ext cx="9720071" cy="1499616"/>
          </a:xfrm>
        </p:spPr>
        <p:txBody>
          <a:bodyPr/>
          <a:lstStyle/>
          <a:p>
            <a:r>
              <a:rPr lang="en-US" dirty="0"/>
              <a:t>TP3: Tester le SVM pour </a:t>
            </a:r>
            <a:r>
              <a:rPr lang="fr-FR" dirty="0"/>
              <a:t>pour le NLP</a:t>
            </a:r>
            <a:endParaRPr lang="en-US" dirty="0"/>
          </a:p>
        </p:txBody>
      </p:sp>
      <p:sp>
        <p:nvSpPr>
          <p:cNvPr id="3" name="Content Placeholder 2">
            <a:extLst>
              <a:ext uri="{FF2B5EF4-FFF2-40B4-BE49-F238E27FC236}">
                <a16:creationId xmlns:a16="http://schemas.microsoft.com/office/drawing/2014/main" id="{BC41683A-DC3D-FD6C-71BD-BC47C104359B}"/>
              </a:ext>
            </a:extLst>
          </p:cNvPr>
          <p:cNvSpPr>
            <a:spLocks noGrp="1"/>
          </p:cNvSpPr>
          <p:nvPr>
            <p:ph idx="1"/>
          </p:nvPr>
        </p:nvSpPr>
        <p:spPr/>
        <p:txBody>
          <a:bodyPr/>
          <a:lstStyle/>
          <a:p>
            <a:r>
              <a:rPr lang="en-US" dirty="0"/>
              <a:t>Dans </a:t>
            </a:r>
            <a:r>
              <a:rPr lang="en-US" dirty="0" err="1"/>
              <a:t>ce</a:t>
            </a:r>
            <a:r>
              <a:rPr lang="en-US" dirty="0"/>
              <a:t> TP, </a:t>
            </a:r>
            <a:r>
              <a:rPr lang="fr-FR" dirty="0"/>
              <a:t>vous allez explorer </a:t>
            </a:r>
            <a:r>
              <a:rPr lang="fr-FR" b="1" dirty="0"/>
              <a:t>comment appliquer le SVM pour résoudre des problèmes de NLP</a:t>
            </a:r>
            <a:r>
              <a:rPr lang="fr-FR" dirty="0"/>
              <a:t>.</a:t>
            </a:r>
            <a:endParaRPr lang="en-US" dirty="0"/>
          </a:p>
          <a:p>
            <a:endParaRPr lang="en-US" dirty="0"/>
          </a:p>
          <a:p>
            <a:r>
              <a:rPr lang="fr-FR" b="1" dirty="0"/>
              <a:t>Utilisez le SVM pour prédire la catégorie des actualités BBC.</a:t>
            </a:r>
            <a:endParaRPr lang="en-US" dirty="0"/>
          </a:p>
        </p:txBody>
      </p:sp>
    </p:spTree>
    <p:extLst>
      <p:ext uri="{BB962C8B-B14F-4D97-AF65-F5344CB8AC3E}">
        <p14:creationId xmlns:p14="http://schemas.microsoft.com/office/powerpoint/2010/main" val="14004149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Custom 3">
      <a:dk1>
        <a:srgbClr val="2E2B21"/>
      </a:dk1>
      <a:lt1>
        <a:srgbClr val="FFFFFF"/>
      </a:lt1>
      <a:dk2>
        <a:srgbClr val="605B4F"/>
      </a:dk2>
      <a:lt2>
        <a:srgbClr val="D8D6BE"/>
      </a:lt2>
      <a:accent1>
        <a:srgbClr val="A9A57C"/>
      </a:accent1>
      <a:accent2>
        <a:srgbClr val="B8C6E2"/>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Integral" id="{3577F8C9-A904-41D8-97D2-FD898F53F20E}" vid="{090DCB5F-146D-478A-852A-34B16FE9F3A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Integral</Template>
  <TotalTime>0</TotalTime>
  <Words>3503</Words>
  <Application>Microsoft Office PowerPoint</Application>
  <PresentationFormat>Widescreen</PresentationFormat>
  <Paragraphs>288</Paragraphs>
  <Slides>51</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51</vt:i4>
      </vt:variant>
    </vt:vector>
  </HeadingPairs>
  <TitlesOfParts>
    <vt:vector size="64" baseType="lpstr">
      <vt:lpstr>-apple-system</vt:lpstr>
      <vt:lpstr>Aptos</vt:lpstr>
      <vt:lpstr>Arial</vt:lpstr>
      <vt:lpstr>Arial</vt:lpstr>
      <vt:lpstr>Calibri</vt:lpstr>
      <vt:lpstr>Cambria Math</vt:lpstr>
      <vt:lpstr>source-serif-pro</vt:lpstr>
      <vt:lpstr>Times New Roman</vt:lpstr>
      <vt:lpstr>Tw Cen MT</vt:lpstr>
      <vt:lpstr>Tw Cen MT Condensed</vt:lpstr>
      <vt:lpstr>Wingdings</vt:lpstr>
      <vt:lpstr>Wingdings 3</vt:lpstr>
      <vt:lpstr>Integral</vt:lpstr>
      <vt:lpstr>Natural Language Processing  Support Vector Machine SVM (ou machine à vecteurs de support) </vt:lpstr>
      <vt:lpstr>RéférenceS principals du cours</vt:lpstr>
      <vt:lpstr>Récap : ML Supervisé  + Evaluation des modèles</vt:lpstr>
      <vt:lpstr>Récap – ML Supervisé + Evaluation des modèles</vt:lpstr>
      <vt:lpstr>Récap – ML Supervisé + Evaluation des modèles</vt:lpstr>
      <vt:lpstr>Récap – ML Supervisé + Evaluation des modèles</vt:lpstr>
      <vt:lpstr>Récap – ML Supervisé + Evaluation des modèles</vt:lpstr>
      <vt:lpstr>Récap – ML Supervisé + Evaluation des modèles</vt:lpstr>
      <vt:lpstr>Récap – ML Supervisé + Evaluation des modèles</vt:lpstr>
      <vt:lpstr>Récap – ML Supervisé + Evaluation des modèles</vt:lpstr>
      <vt:lpstr>Récap – ML Supervisé + Evaluation des modèles</vt:lpstr>
      <vt:lpstr>Récap – ML Supervisé + Evaluation des modèles</vt:lpstr>
      <vt:lpstr>Récap – ML Supervisé + Evaluation des modèles</vt:lpstr>
      <vt:lpstr>Récap – ML Supervisé + Evaluation des modèles</vt:lpstr>
      <vt:lpstr>Récap – ML Supervisé + Evaluation des modèles</vt:lpstr>
      <vt:lpstr>Récap – ML Supervisé + Evaluation des modèles</vt:lpstr>
      <vt:lpstr>Récap – ML Supervisé + Evaluation des modèles</vt:lpstr>
      <vt:lpstr>Récap – ML Supervisé + Evaluation des modèles</vt:lpstr>
      <vt:lpstr>Récap – ML Supervisé + Evaluation des modèles</vt:lpstr>
      <vt:lpstr>Le modèle SVM  support vector machine </vt:lpstr>
      <vt:lpstr>SVM support vector machine </vt:lpstr>
      <vt:lpstr>Frontière de décision (Decision boundry)</vt:lpstr>
      <vt:lpstr>Frontière de décision (Decision boundry)</vt:lpstr>
      <vt:lpstr>Vecteurs de support</vt:lpstr>
      <vt:lpstr>hyperplan optimal:  Hyperplan à marge maximale</vt:lpstr>
      <vt:lpstr>Hyperplans positif, négatif &amp; à marge maximale</vt:lpstr>
      <vt:lpstr>Hyperplans positif, négatif &amp; à marge maximale</vt:lpstr>
      <vt:lpstr>Équation de la ligne de décision en 2D  (ou de la surface de décision en N-D)</vt:lpstr>
      <vt:lpstr>Hyperplans positif, négatif &amp; à marge maximale</vt:lpstr>
      <vt:lpstr>Hyperplans positif, négatif &amp; à marge maximale</vt:lpstr>
      <vt:lpstr>Classifier les images de Pommes et d’oranges ?</vt:lpstr>
      <vt:lpstr>Comment le SVM fonctionne ?</vt:lpstr>
      <vt:lpstr>SVM : Classifieur Performant</vt:lpstr>
      <vt:lpstr>Jeu de données non linéairement séparable</vt:lpstr>
      <vt:lpstr>Jeu de données non linéairement séparable</vt:lpstr>
      <vt:lpstr>Fonctions de projection (de mappage)</vt:lpstr>
      <vt:lpstr>Dataset à 2 dimensions</vt:lpstr>
      <vt:lpstr>Projeter de nouveau dans l’espace 2D</vt:lpstr>
      <vt:lpstr>noyau (ou Kernel) ?</vt:lpstr>
      <vt:lpstr>Why use Kernel SVM ?</vt:lpstr>
      <vt:lpstr>Fonctions SVM Kernel populaires</vt:lpstr>
      <vt:lpstr>Kernel</vt:lpstr>
      <vt:lpstr>Visualisation en espace à 2D</vt:lpstr>
      <vt:lpstr>Separatiion des classes</vt:lpstr>
      <vt:lpstr>ajouter 2 fOnctions KERNEL…</vt:lpstr>
      <vt:lpstr>Avantages du SVM</vt:lpstr>
      <vt:lpstr>inconvenients of SVM</vt:lpstr>
      <vt:lpstr>Exemples d’Applications SVM</vt:lpstr>
      <vt:lpstr>SVM pour la CLAssification de texte</vt:lpstr>
      <vt:lpstr>Pourquoi le SVM est performant en classification de texte ?</vt:lpstr>
      <vt:lpstr>TP3: Tester le SVM pour pour le NLP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Classification</dc:title>
  <dc:creator>Ms Sarah Malaeb</dc:creator>
  <cp:lastModifiedBy>Sarah Malaeb</cp:lastModifiedBy>
  <cp:revision>50</cp:revision>
  <dcterms:created xsi:type="dcterms:W3CDTF">2021-12-17T14:10:52Z</dcterms:created>
  <dcterms:modified xsi:type="dcterms:W3CDTF">2025-10-07T10:57:03Z</dcterms:modified>
</cp:coreProperties>
</file>